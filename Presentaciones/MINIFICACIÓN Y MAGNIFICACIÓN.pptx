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6" r:id="rId10"/>
    <p:sldId id="263" r:id="rId11"/>
    <p:sldId id="265" r:id="rId12"/>
    <p:sldId id="268" r:id="rId13"/>
    <p:sldId id="264" r:id="rId14"/>
    <p:sldId id="269" r:id="rId15"/>
  </p:sldIdLst>
  <p:sldSz cx="18288000" cy="10287000"/>
  <p:notesSz cx="6858000" cy="9144000"/>
  <p:embeddedFontLst>
    <p:embeddedFont>
      <p:font typeface="Arimo Bold" panose="020B0604020202020204" charset="0"/>
      <p:regular r:id="rId17"/>
    </p:embeddedFont>
    <p:embeddedFont>
      <p:font typeface="Asap" panose="020B0604020202020204" charset="0"/>
      <p:regular r:id="rId18"/>
    </p:embeddedFont>
    <p:embeddedFont>
      <p:font typeface="Asap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DCDBC7-4ED8-4C53-B302-5D9E21F42727}" v="35" dt="2026-06-09T20:25:38.766"/>
    <p1510:client id="{76813882-D835-4AA5-9F92-60A874E7E747}" v="668" dt="2026-06-10T15:22:04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22" autoAdjust="0"/>
  </p:normalViewPr>
  <p:slideViewPr>
    <p:cSldViewPr>
      <p:cViewPr>
        <p:scale>
          <a:sx n="50" d="100"/>
          <a:sy n="50" d="100"/>
        </p:scale>
        <p:origin x="667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Tourn" userId="30a551141e6b5813" providerId="LiveId" clId="{C11A80A5-CD18-49E7-9EB8-7FC815F0E992}"/>
    <pc:docChg chg="undo custSel addSld delSld modSld">
      <pc:chgData name="Felipe Tourn" userId="30a551141e6b5813" providerId="LiveId" clId="{C11A80A5-CD18-49E7-9EB8-7FC815F0E992}" dt="2026-06-09T20:26:27.313" v="87" actId="14100"/>
      <pc:docMkLst>
        <pc:docMk/>
      </pc:docMkLst>
      <pc:sldChg chg="addSp delSp modSp mod">
        <pc:chgData name="Felipe Tourn" userId="30a551141e6b5813" providerId="LiveId" clId="{C11A80A5-CD18-49E7-9EB8-7FC815F0E992}" dt="2026-06-09T20:25:26.747" v="77" actId="20577"/>
        <pc:sldMkLst>
          <pc:docMk/>
          <pc:sldMk cId="0" sldId="263"/>
        </pc:sldMkLst>
        <pc:spChg chg="mod">
          <ac:chgData name="Felipe Tourn" userId="30a551141e6b5813" providerId="LiveId" clId="{C11A80A5-CD18-49E7-9EB8-7FC815F0E992}" dt="2026-06-09T20:25:26.747" v="77" actId="20577"/>
          <ac:spMkLst>
            <pc:docMk/>
            <pc:sldMk cId="0" sldId="263"/>
            <ac:spMk id="7" creationId="{00000000-0000-0000-0000-000000000000}"/>
          </ac:spMkLst>
        </pc:spChg>
        <pc:picChg chg="add del mod">
          <ac:chgData name="Felipe Tourn" userId="30a551141e6b5813" providerId="LiveId" clId="{C11A80A5-CD18-49E7-9EB8-7FC815F0E992}" dt="2026-06-09T20:17:03.168" v="15" actId="21"/>
          <ac:picMkLst>
            <pc:docMk/>
            <pc:sldMk cId="0" sldId="263"/>
            <ac:picMk id="1026" creationId="{F4949EB9-EE1E-FD6D-6CED-6E95DD2ECF0B}"/>
          </ac:picMkLst>
        </pc:picChg>
        <pc:picChg chg="add mod">
          <ac:chgData name="Felipe Tourn" userId="30a551141e6b5813" providerId="LiveId" clId="{C11A80A5-CD18-49E7-9EB8-7FC815F0E992}" dt="2026-06-09T20:25:22.907" v="72" actId="1076"/>
          <ac:picMkLst>
            <pc:docMk/>
            <pc:sldMk cId="0" sldId="263"/>
            <ac:picMk id="1028" creationId="{B7802578-C518-5D7A-E9D6-18AD1CE6A2D6}"/>
          </ac:picMkLst>
        </pc:picChg>
      </pc:sldChg>
      <pc:sldChg chg="add del setBg modNotes">
        <pc:chgData name="Felipe Tourn" userId="30a551141e6b5813" providerId="LiveId" clId="{C11A80A5-CD18-49E7-9EB8-7FC815F0E992}" dt="2026-06-09T20:16:28.292" v="1"/>
        <pc:sldMkLst>
          <pc:docMk/>
          <pc:sldMk cId="1279807226" sldId="265"/>
        </pc:sldMkLst>
      </pc:sldChg>
      <pc:sldChg chg="addSp modSp add mod">
        <pc:chgData name="Felipe Tourn" userId="30a551141e6b5813" providerId="LiveId" clId="{C11A80A5-CD18-49E7-9EB8-7FC815F0E992}" dt="2026-06-09T20:26:27.313" v="87" actId="14100"/>
        <pc:sldMkLst>
          <pc:docMk/>
          <pc:sldMk cId="3657313637" sldId="265"/>
        </pc:sldMkLst>
        <pc:spChg chg="mod">
          <ac:chgData name="Felipe Tourn" userId="30a551141e6b5813" providerId="LiveId" clId="{C11A80A5-CD18-49E7-9EB8-7FC815F0E992}" dt="2026-06-09T20:18:01.863" v="44" actId="1076"/>
          <ac:spMkLst>
            <pc:docMk/>
            <pc:sldMk cId="3657313637" sldId="265"/>
            <ac:spMk id="3" creationId="{3431E36B-B785-0409-AC86-8112798C0D17}"/>
          </ac:spMkLst>
        </pc:spChg>
        <pc:spChg chg="mod">
          <ac:chgData name="Felipe Tourn" userId="30a551141e6b5813" providerId="LiveId" clId="{C11A80A5-CD18-49E7-9EB8-7FC815F0E992}" dt="2026-06-09T20:26:27.313" v="87" actId="14100"/>
          <ac:spMkLst>
            <pc:docMk/>
            <pc:sldMk cId="3657313637" sldId="265"/>
            <ac:spMk id="7" creationId="{884884A6-6176-192D-E9AC-7064AB63D85D}"/>
          </ac:spMkLst>
        </pc:spChg>
        <pc:spChg chg="add mod">
          <ac:chgData name="Felipe Tourn" userId="30a551141e6b5813" providerId="LiveId" clId="{C11A80A5-CD18-49E7-9EB8-7FC815F0E992}" dt="2026-06-09T20:18:13.063" v="47" actId="1076"/>
          <ac:spMkLst>
            <pc:docMk/>
            <pc:sldMk cId="3657313637" sldId="265"/>
            <ac:spMk id="8" creationId="{A9D93565-A544-CCAA-81CE-0065DBB044A3}"/>
          </ac:spMkLst>
        </pc:spChg>
        <pc:spChg chg="add mod">
          <ac:chgData name="Felipe Tourn" userId="30a551141e6b5813" providerId="LiveId" clId="{C11A80A5-CD18-49E7-9EB8-7FC815F0E992}" dt="2026-06-09T20:26:23.496" v="86" actId="1076"/>
          <ac:spMkLst>
            <pc:docMk/>
            <pc:sldMk cId="3657313637" sldId="265"/>
            <ac:spMk id="9" creationId="{E222EF4A-A128-3754-2815-B14AE4CF20FB}"/>
          </ac:spMkLst>
        </pc:spChg>
        <pc:picChg chg="add mod">
          <ac:chgData name="Felipe Tourn" userId="30a551141e6b5813" providerId="LiveId" clId="{C11A80A5-CD18-49E7-9EB8-7FC815F0E992}" dt="2026-06-09T20:18:17.163" v="49" actId="1076"/>
          <ac:picMkLst>
            <pc:docMk/>
            <pc:sldMk cId="3657313637" sldId="265"/>
            <ac:picMk id="1026" creationId="{F4949EB9-EE1E-FD6D-6CED-6E95DD2ECF0B}"/>
          </ac:picMkLst>
        </pc:picChg>
      </pc:sldChg>
      <pc:sldChg chg="add del setBg modNotes">
        <pc:chgData name="Felipe Tourn" userId="30a551141e6b5813" providerId="LiveId" clId="{C11A80A5-CD18-49E7-9EB8-7FC815F0E992}" dt="2026-06-09T20:16:37.042" v="6"/>
        <pc:sldMkLst>
          <pc:docMk/>
          <pc:sldMk cId="2324171507" sldId="266"/>
        </pc:sldMkLst>
      </pc:sldChg>
    </pc:docChg>
  </pc:docChgLst>
  <pc:docChgLst>
    <pc:chgData name="Felipe Tourn" userId="30a551141e6b5813" providerId="LiveId" clId="{7085F92D-D1A7-45F6-93B4-A188010990CE}"/>
    <pc:docChg chg="undo redo custSel addSld delSld modSld sldOrd">
      <pc:chgData name="Felipe Tourn" userId="30a551141e6b5813" providerId="LiveId" clId="{7085F92D-D1A7-45F6-93B4-A188010990CE}" dt="2026-06-10T15:22:48.634" v="881" actId="1076"/>
      <pc:docMkLst>
        <pc:docMk/>
      </pc:docMkLst>
      <pc:sldChg chg="delSp modSp mod">
        <pc:chgData name="Felipe Tourn" userId="30a551141e6b5813" providerId="LiveId" clId="{7085F92D-D1A7-45F6-93B4-A188010990CE}" dt="2026-06-10T11:10:52.422" v="276" actId="1076"/>
        <pc:sldMkLst>
          <pc:docMk/>
          <pc:sldMk cId="0" sldId="257"/>
        </pc:sldMkLst>
        <pc:spChg chg="del mod">
          <ac:chgData name="Felipe Tourn" userId="30a551141e6b5813" providerId="LiveId" clId="{7085F92D-D1A7-45F6-93B4-A188010990CE}" dt="2026-06-10T11:10:37.851" v="260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Felipe Tourn" userId="30a551141e6b5813" providerId="LiveId" clId="{7085F92D-D1A7-45F6-93B4-A188010990CE}" dt="2026-06-10T11:10:40.723" v="261" actId="478"/>
          <ac:spMkLst>
            <pc:docMk/>
            <pc:sldMk cId="0" sldId="257"/>
            <ac:spMk id="17" creationId="{00000000-0000-0000-0000-000000000000}"/>
          </ac:spMkLst>
        </pc:spChg>
        <pc:spChg chg="mod">
          <ac:chgData name="Felipe Tourn" userId="30a551141e6b5813" providerId="LiveId" clId="{7085F92D-D1A7-45F6-93B4-A188010990CE}" dt="2026-06-10T11:10:52.422" v="276" actId="1076"/>
          <ac:spMkLst>
            <pc:docMk/>
            <pc:sldMk cId="0" sldId="257"/>
            <ac:spMk id="18" creationId="{00000000-0000-0000-0000-000000000000}"/>
          </ac:spMkLst>
        </pc:spChg>
      </pc:sldChg>
      <pc:sldChg chg="modAnim">
        <pc:chgData name="Felipe Tourn" userId="30a551141e6b5813" providerId="LiveId" clId="{7085F92D-D1A7-45F6-93B4-A188010990CE}" dt="2026-06-10T10:52:22.423" v="1"/>
        <pc:sldMkLst>
          <pc:docMk/>
          <pc:sldMk cId="0" sldId="258"/>
        </pc:sldMkLst>
      </pc:sldChg>
      <pc:sldChg chg="modSp modAnim modNotes">
        <pc:chgData name="Felipe Tourn" userId="30a551141e6b5813" providerId="LiveId" clId="{7085F92D-D1A7-45F6-93B4-A188010990CE}" dt="2026-06-10T15:06:32.962" v="848" actId="20577"/>
        <pc:sldMkLst>
          <pc:docMk/>
          <pc:sldMk cId="0" sldId="259"/>
        </pc:sldMkLst>
        <pc:spChg chg="mod">
          <ac:chgData name="Felipe Tourn" userId="30a551141e6b5813" providerId="LiveId" clId="{7085F92D-D1A7-45F6-93B4-A188010990CE}" dt="2026-06-10T15:06:32.452" v="846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Felipe Tourn" userId="30a551141e6b5813" providerId="LiveId" clId="{7085F92D-D1A7-45F6-93B4-A188010990CE}" dt="2026-06-10T15:06:32.196" v="845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Felipe Tourn" userId="30a551141e6b5813" providerId="LiveId" clId="{7085F92D-D1A7-45F6-93B4-A188010990CE}" dt="2026-06-10T15:06:32.707" v="847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Felipe Tourn" userId="30a551141e6b5813" providerId="LiveId" clId="{7085F92D-D1A7-45F6-93B4-A188010990CE}" dt="2026-06-10T15:06:32.962" v="848" actId="20577"/>
          <ac:spMkLst>
            <pc:docMk/>
            <pc:sldMk cId="0" sldId="259"/>
            <ac:spMk id="7" creationId="{00000000-0000-0000-0000-000000000000}"/>
          </ac:spMkLst>
        </pc:spChg>
      </pc:sldChg>
      <pc:sldChg chg="addSp delSp modSp mod modAnim">
        <pc:chgData name="Felipe Tourn" userId="30a551141e6b5813" providerId="LiveId" clId="{7085F92D-D1A7-45F6-93B4-A188010990CE}" dt="2026-06-10T15:09:40.134" v="859" actId="20577"/>
        <pc:sldMkLst>
          <pc:docMk/>
          <pc:sldMk cId="0" sldId="260"/>
        </pc:sldMkLst>
        <pc:spChg chg="add del mod">
          <ac:chgData name="Felipe Tourn" userId="30a551141e6b5813" providerId="LiveId" clId="{7085F92D-D1A7-45F6-93B4-A188010990CE}" dt="2026-06-10T14:07:53.268" v="784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Felipe Tourn" userId="30a551141e6b5813" providerId="LiveId" clId="{7085F92D-D1A7-45F6-93B4-A188010990CE}" dt="2026-06-10T10:53:42.289" v="6" actId="20577"/>
          <ac:spMkLst>
            <pc:docMk/>
            <pc:sldMk cId="0" sldId="260"/>
            <ac:spMk id="7" creationId="{00000000-0000-0000-0000-000000000000}"/>
          </ac:spMkLst>
        </pc:spChg>
        <pc:spChg chg="add mod">
          <ac:chgData name="Felipe Tourn" userId="30a551141e6b5813" providerId="LiveId" clId="{7085F92D-D1A7-45F6-93B4-A188010990CE}" dt="2026-06-10T10:55:21.414" v="30" actId="20577"/>
          <ac:spMkLst>
            <pc:docMk/>
            <pc:sldMk cId="0" sldId="260"/>
            <ac:spMk id="9" creationId="{4DA11F0C-57B8-C906-B6CC-5120DADE8AEA}"/>
          </ac:spMkLst>
        </pc:spChg>
        <pc:spChg chg="add mod">
          <ac:chgData name="Felipe Tourn" userId="30a551141e6b5813" providerId="LiveId" clId="{7085F92D-D1A7-45F6-93B4-A188010990CE}" dt="2026-06-10T15:09:40.134" v="859" actId="20577"/>
          <ac:spMkLst>
            <pc:docMk/>
            <pc:sldMk cId="0" sldId="260"/>
            <ac:spMk id="11" creationId="{437162E1-6DE6-3ABA-B77C-760D08BC91EC}"/>
          </ac:spMkLst>
        </pc:spChg>
        <pc:spChg chg="add mod">
          <ac:chgData name="Felipe Tourn" userId="30a551141e6b5813" providerId="LiveId" clId="{7085F92D-D1A7-45F6-93B4-A188010990CE}" dt="2026-06-10T14:07:49.500" v="783" actId="1076"/>
          <ac:spMkLst>
            <pc:docMk/>
            <pc:sldMk cId="0" sldId="260"/>
            <ac:spMk id="13" creationId="{89D1904D-C21E-DD1D-E642-F394DA110C65}"/>
          </ac:spMkLst>
        </pc:spChg>
      </pc:sldChg>
      <pc:sldChg chg="modAnim">
        <pc:chgData name="Felipe Tourn" userId="30a551141e6b5813" providerId="LiveId" clId="{7085F92D-D1A7-45F6-93B4-A188010990CE}" dt="2026-06-10T10:56:50.552" v="48"/>
        <pc:sldMkLst>
          <pc:docMk/>
          <pc:sldMk cId="0" sldId="261"/>
        </pc:sldMkLst>
      </pc:sldChg>
      <pc:sldChg chg="addSp modSp mod modAnim modNotes">
        <pc:chgData name="Felipe Tourn" userId="30a551141e6b5813" providerId="LiveId" clId="{7085F92D-D1A7-45F6-93B4-A188010990CE}" dt="2026-06-10T11:01:20.325" v="113" actId="1076"/>
        <pc:sldMkLst>
          <pc:docMk/>
          <pc:sldMk cId="0" sldId="262"/>
        </pc:sldMkLst>
        <pc:spChg chg="mod">
          <ac:chgData name="Felipe Tourn" userId="30a551141e6b5813" providerId="LiveId" clId="{7085F92D-D1A7-45F6-93B4-A188010990CE}" dt="2026-06-10T11:00:51.166" v="106" actId="20577"/>
          <ac:spMkLst>
            <pc:docMk/>
            <pc:sldMk cId="0" sldId="262"/>
            <ac:spMk id="7" creationId="{00000000-0000-0000-0000-000000000000}"/>
          </ac:spMkLst>
        </pc:spChg>
        <pc:spChg chg="add mod">
          <ac:chgData name="Felipe Tourn" userId="30a551141e6b5813" providerId="LiveId" clId="{7085F92D-D1A7-45F6-93B4-A188010990CE}" dt="2026-06-10T11:01:11.376" v="110" actId="20577"/>
          <ac:spMkLst>
            <pc:docMk/>
            <pc:sldMk cId="0" sldId="262"/>
            <ac:spMk id="9" creationId="{1DC55C50-F97C-1845-285C-F852803A975A}"/>
          </ac:spMkLst>
        </pc:spChg>
        <pc:spChg chg="add mod">
          <ac:chgData name="Felipe Tourn" userId="30a551141e6b5813" providerId="LiveId" clId="{7085F92D-D1A7-45F6-93B4-A188010990CE}" dt="2026-06-10T11:01:20.325" v="113" actId="1076"/>
          <ac:spMkLst>
            <pc:docMk/>
            <pc:sldMk cId="0" sldId="262"/>
            <ac:spMk id="10" creationId="{527BEA0A-916D-38B1-7898-5F6B7D957FF6}"/>
          </ac:spMkLst>
        </pc:spChg>
      </pc:sldChg>
      <pc:sldChg chg="addSp modSp mod modAnim">
        <pc:chgData name="Felipe Tourn" userId="30a551141e6b5813" providerId="LiveId" clId="{7085F92D-D1A7-45F6-93B4-A188010990CE}" dt="2026-06-10T11:04:05.885" v="198" actId="2711"/>
        <pc:sldMkLst>
          <pc:docMk/>
          <pc:sldMk cId="0" sldId="263"/>
        </pc:sldMkLst>
        <pc:spChg chg="mod">
          <ac:chgData name="Felipe Tourn" userId="30a551141e6b5813" providerId="LiveId" clId="{7085F92D-D1A7-45F6-93B4-A188010990CE}" dt="2026-06-10T11:02:21.862" v="126" actId="1076"/>
          <ac:spMkLst>
            <pc:docMk/>
            <pc:sldMk cId="0" sldId="263"/>
            <ac:spMk id="7" creationId="{00000000-0000-0000-0000-000000000000}"/>
          </ac:spMkLst>
        </pc:spChg>
        <pc:spChg chg="add mod">
          <ac:chgData name="Felipe Tourn" userId="30a551141e6b5813" providerId="LiveId" clId="{7085F92D-D1A7-45F6-93B4-A188010990CE}" dt="2026-06-10T11:01:50.635" v="119"/>
          <ac:spMkLst>
            <pc:docMk/>
            <pc:sldMk cId="0" sldId="263"/>
            <ac:spMk id="8" creationId="{A2C9D90D-1AD0-2E0A-F009-DECCC54E6674}"/>
          </ac:spMkLst>
        </pc:spChg>
        <pc:spChg chg="add mod">
          <ac:chgData name="Felipe Tourn" userId="30a551141e6b5813" providerId="LiveId" clId="{7085F92D-D1A7-45F6-93B4-A188010990CE}" dt="2026-06-10T11:02:00.692" v="124" actId="20577"/>
          <ac:spMkLst>
            <pc:docMk/>
            <pc:sldMk cId="0" sldId="263"/>
            <ac:spMk id="10" creationId="{CC302591-22D6-EA02-C9AF-C7C2ADC69F44}"/>
          </ac:spMkLst>
        </pc:spChg>
        <pc:spChg chg="add mod">
          <ac:chgData name="Felipe Tourn" userId="30a551141e6b5813" providerId="LiveId" clId="{7085F92D-D1A7-45F6-93B4-A188010990CE}" dt="2026-06-10T11:04:05.885" v="198" actId="2711"/>
          <ac:spMkLst>
            <pc:docMk/>
            <pc:sldMk cId="0" sldId="263"/>
            <ac:spMk id="11" creationId="{FC86B36E-98A3-3F77-2F42-6652A8821804}"/>
          </ac:spMkLst>
        </pc:spChg>
        <pc:picChg chg="mod">
          <ac:chgData name="Felipe Tourn" userId="30a551141e6b5813" providerId="LiveId" clId="{7085F92D-D1A7-45F6-93B4-A188010990CE}" dt="2026-06-10T11:01:44.424" v="117" actId="14100"/>
          <ac:picMkLst>
            <pc:docMk/>
            <pc:sldMk cId="0" sldId="263"/>
            <ac:picMk id="1028" creationId="{B7802578-C518-5D7A-E9D6-18AD1CE6A2D6}"/>
          </ac:picMkLst>
        </pc:picChg>
      </pc:sldChg>
      <pc:sldChg chg="addSp delSp modSp mod">
        <pc:chgData name="Felipe Tourn" userId="30a551141e6b5813" providerId="LiveId" clId="{7085F92D-D1A7-45F6-93B4-A188010990CE}" dt="2026-06-10T14:17:08.606" v="822" actId="1076"/>
        <pc:sldMkLst>
          <pc:docMk/>
          <pc:sldMk cId="0" sldId="264"/>
        </pc:sldMkLst>
        <pc:spChg chg="mod">
          <ac:chgData name="Felipe Tourn" userId="30a551141e6b5813" providerId="LiveId" clId="{7085F92D-D1A7-45F6-93B4-A188010990CE}" dt="2026-06-10T14:16:53.560" v="818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Felipe Tourn" userId="30a551141e6b5813" providerId="LiveId" clId="{7085F92D-D1A7-45F6-93B4-A188010990CE}" dt="2026-06-10T14:16:56.711" v="819" actId="1076"/>
          <ac:spMkLst>
            <pc:docMk/>
            <pc:sldMk cId="0" sldId="264"/>
            <ac:spMk id="3" creationId="{00000000-0000-0000-0000-000000000000}"/>
          </ac:spMkLst>
        </pc:spChg>
        <pc:spChg chg="del mod">
          <ac:chgData name="Felipe Tourn" userId="30a551141e6b5813" providerId="LiveId" clId="{7085F92D-D1A7-45F6-93B4-A188010990CE}" dt="2026-06-10T14:14:32.018" v="789" actId="478"/>
          <ac:spMkLst>
            <pc:docMk/>
            <pc:sldMk cId="0" sldId="264"/>
            <ac:spMk id="4" creationId="{00000000-0000-0000-0000-000000000000}"/>
          </ac:spMkLst>
        </pc:spChg>
        <pc:spChg chg="mod">
          <ac:chgData name="Felipe Tourn" userId="30a551141e6b5813" providerId="LiveId" clId="{7085F92D-D1A7-45F6-93B4-A188010990CE}" dt="2026-06-10T13:54:03.200" v="780" actId="20577"/>
          <ac:spMkLst>
            <pc:docMk/>
            <pc:sldMk cId="0" sldId="264"/>
            <ac:spMk id="6" creationId="{00000000-0000-0000-0000-000000000000}"/>
          </ac:spMkLst>
        </pc:spChg>
        <pc:spChg chg="add del mod">
          <ac:chgData name="Felipe Tourn" userId="30a551141e6b5813" providerId="LiveId" clId="{7085F92D-D1A7-45F6-93B4-A188010990CE}" dt="2026-06-10T14:14:33.259" v="790" actId="478"/>
          <ac:spMkLst>
            <pc:docMk/>
            <pc:sldMk cId="0" sldId="264"/>
            <ac:spMk id="8" creationId="{19013DA0-DC1D-B911-3AE8-102774985D65}"/>
          </ac:spMkLst>
        </pc:spChg>
        <pc:spChg chg="add del">
          <ac:chgData name="Felipe Tourn" userId="30a551141e6b5813" providerId="LiveId" clId="{7085F92D-D1A7-45F6-93B4-A188010990CE}" dt="2026-06-10T14:16:30.546" v="799" actId="22"/>
          <ac:spMkLst>
            <pc:docMk/>
            <pc:sldMk cId="0" sldId="264"/>
            <ac:spMk id="12" creationId="{ADA6BC95-37BB-2C06-8AC0-98AE99CA0027}"/>
          </ac:spMkLst>
        </pc:spChg>
        <pc:spChg chg="add mod">
          <ac:chgData name="Felipe Tourn" userId="30a551141e6b5813" providerId="LiveId" clId="{7085F92D-D1A7-45F6-93B4-A188010990CE}" dt="2026-06-10T14:17:06.941" v="821" actId="1076"/>
          <ac:spMkLst>
            <pc:docMk/>
            <pc:sldMk cId="0" sldId="264"/>
            <ac:spMk id="14" creationId="{D25F654B-BF5D-B51E-8844-AE6D884108CA}"/>
          </ac:spMkLst>
        </pc:spChg>
        <pc:picChg chg="add mod modCrop">
          <ac:chgData name="Felipe Tourn" userId="30a551141e6b5813" providerId="LiveId" clId="{7085F92D-D1A7-45F6-93B4-A188010990CE}" dt="2026-06-10T14:17:08.606" v="822" actId="1076"/>
          <ac:picMkLst>
            <pc:docMk/>
            <pc:sldMk cId="0" sldId="264"/>
            <ac:picMk id="10" creationId="{FCDBA649-30F9-14E1-EC1A-18C7CD31BE8B}"/>
          </ac:picMkLst>
        </pc:picChg>
      </pc:sldChg>
      <pc:sldChg chg="addSp delSp modSp mod delAnim modAnim">
        <pc:chgData name="Felipe Tourn" userId="30a551141e6b5813" providerId="LiveId" clId="{7085F92D-D1A7-45F6-93B4-A188010990CE}" dt="2026-06-10T13:45:10.208" v="747" actId="478"/>
        <pc:sldMkLst>
          <pc:docMk/>
          <pc:sldMk cId="3657313637" sldId="265"/>
        </pc:sldMkLst>
        <pc:spChg chg="mod">
          <ac:chgData name="Felipe Tourn" userId="30a551141e6b5813" providerId="LiveId" clId="{7085F92D-D1A7-45F6-93B4-A188010990CE}" dt="2026-06-10T11:06:18.265" v="228" actId="1076"/>
          <ac:spMkLst>
            <pc:docMk/>
            <pc:sldMk cId="3657313637" sldId="265"/>
            <ac:spMk id="7" creationId="{884884A6-6176-192D-E9AC-7064AB63D85D}"/>
          </ac:spMkLst>
        </pc:spChg>
        <pc:spChg chg="del mod">
          <ac:chgData name="Felipe Tourn" userId="30a551141e6b5813" providerId="LiveId" clId="{7085F92D-D1A7-45F6-93B4-A188010990CE}" dt="2026-06-10T13:42:29.305" v="627" actId="478"/>
          <ac:spMkLst>
            <pc:docMk/>
            <pc:sldMk cId="3657313637" sldId="265"/>
            <ac:spMk id="8" creationId="{A9D93565-A544-CCAA-81CE-0065DBB044A3}"/>
          </ac:spMkLst>
        </pc:spChg>
        <pc:spChg chg="add del mod">
          <ac:chgData name="Felipe Tourn" userId="30a551141e6b5813" providerId="LiveId" clId="{7085F92D-D1A7-45F6-93B4-A188010990CE}" dt="2026-06-10T13:45:10.208" v="747" actId="478"/>
          <ac:spMkLst>
            <pc:docMk/>
            <pc:sldMk cId="3657313637" sldId="265"/>
            <ac:spMk id="11" creationId="{02F10F00-EF3E-5DDD-A45E-A1D3AA74F1E2}"/>
          </ac:spMkLst>
        </pc:spChg>
        <pc:spChg chg="add del mod">
          <ac:chgData name="Felipe Tourn" userId="30a551141e6b5813" providerId="LiveId" clId="{7085F92D-D1A7-45F6-93B4-A188010990CE}" dt="2026-06-10T13:42:29.305" v="627" actId="478"/>
          <ac:spMkLst>
            <pc:docMk/>
            <pc:sldMk cId="3657313637" sldId="265"/>
            <ac:spMk id="12" creationId="{A032EF8C-90DD-BC99-3349-B6438C3C23B6}"/>
          </ac:spMkLst>
        </pc:spChg>
        <pc:spChg chg="add mod">
          <ac:chgData name="Felipe Tourn" userId="30a551141e6b5813" providerId="LiveId" clId="{7085F92D-D1A7-45F6-93B4-A188010990CE}" dt="2026-06-10T13:45:07.194" v="746" actId="20577"/>
          <ac:spMkLst>
            <pc:docMk/>
            <pc:sldMk cId="3657313637" sldId="265"/>
            <ac:spMk id="13" creationId="{254DE3C6-A6A3-F56B-EAEA-BEDA25AA2A1A}"/>
          </ac:spMkLst>
        </pc:spChg>
      </pc:sldChg>
      <pc:sldChg chg="delSp modSp add mod delAnim modAnim">
        <pc:chgData name="Felipe Tourn" userId="30a551141e6b5813" providerId="LiveId" clId="{7085F92D-D1A7-45F6-93B4-A188010990CE}" dt="2026-06-10T15:21:00.705" v="861" actId="1076"/>
        <pc:sldMkLst>
          <pc:docMk/>
          <pc:sldMk cId="3362319088" sldId="266"/>
        </pc:sldMkLst>
        <pc:spChg chg="mod">
          <ac:chgData name="Felipe Tourn" userId="30a551141e6b5813" providerId="LiveId" clId="{7085F92D-D1A7-45F6-93B4-A188010990CE}" dt="2026-06-10T12:00:41.075" v="546" actId="20577"/>
          <ac:spMkLst>
            <pc:docMk/>
            <pc:sldMk cId="3362319088" sldId="266"/>
            <ac:spMk id="7" creationId="{EA87355E-CBA5-5622-70F2-006FBDF2DF79}"/>
          </ac:spMkLst>
        </pc:spChg>
        <pc:spChg chg="del">
          <ac:chgData name="Felipe Tourn" userId="30a551141e6b5813" providerId="LiveId" clId="{7085F92D-D1A7-45F6-93B4-A188010990CE}" dt="2026-06-10T11:46:18.831" v="278" actId="478"/>
          <ac:spMkLst>
            <pc:docMk/>
            <pc:sldMk cId="3362319088" sldId="266"/>
            <ac:spMk id="8" creationId="{CD2EE2B8-EBF1-C57E-424A-D2CA00F44AEF}"/>
          </ac:spMkLst>
        </pc:spChg>
        <pc:spChg chg="mod">
          <ac:chgData name="Felipe Tourn" userId="30a551141e6b5813" providerId="LiveId" clId="{7085F92D-D1A7-45F6-93B4-A188010990CE}" dt="2026-06-10T15:20:55.870" v="860" actId="1076"/>
          <ac:spMkLst>
            <pc:docMk/>
            <pc:sldMk cId="3362319088" sldId="266"/>
            <ac:spMk id="9" creationId="{757FE2F2-0343-FB9B-E65F-0F9415795F8D}"/>
          </ac:spMkLst>
        </pc:spChg>
        <pc:spChg chg="mod">
          <ac:chgData name="Felipe Tourn" userId="30a551141e6b5813" providerId="LiveId" clId="{7085F92D-D1A7-45F6-93B4-A188010990CE}" dt="2026-06-10T15:21:00.705" v="861" actId="1076"/>
          <ac:spMkLst>
            <pc:docMk/>
            <pc:sldMk cId="3362319088" sldId="266"/>
            <ac:spMk id="10" creationId="{A785B394-24D9-3DD3-B17D-14DE52405452}"/>
          </ac:spMkLst>
        </pc:spChg>
      </pc:sldChg>
      <pc:sldChg chg="add del setBg modNotes">
        <pc:chgData name="Felipe Tourn" userId="30a551141e6b5813" providerId="LiveId" clId="{7085F92D-D1A7-45F6-93B4-A188010990CE}" dt="2026-06-10T13:31:29.146" v="548"/>
        <pc:sldMkLst>
          <pc:docMk/>
          <pc:sldMk cId="662899222" sldId="267"/>
        </pc:sldMkLst>
      </pc:sldChg>
      <pc:sldChg chg="addSp delSp modSp add mod delAnim modAnim">
        <pc:chgData name="Felipe Tourn" userId="30a551141e6b5813" providerId="LiveId" clId="{7085F92D-D1A7-45F6-93B4-A188010990CE}" dt="2026-06-10T13:48:46.736" v="759" actId="20577"/>
        <pc:sldMkLst>
          <pc:docMk/>
          <pc:sldMk cId="2336588113" sldId="267"/>
        </pc:sldMkLst>
        <pc:spChg chg="del">
          <ac:chgData name="Felipe Tourn" userId="30a551141e6b5813" providerId="LiveId" clId="{7085F92D-D1A7-45F6-93B4-A188010990CE}" dt="2026-06-10T13:36:34.736" v="582" actId="478"/>
          <ac:spMkLst>
            <pc:docMk/>
            <pc:sldMk cId="2336588113" sldId="267"/>
            <ac:spMk id="3" creationId="{2F2B7665-E5D2-B3A5-8405-25786291A235}"/>
          </ac:spMkLst>
        </pc:spChg>
        <pc:spChg chg="del">
          <ac:chgData name="Felipe Tourn" userId="30a551141e6b5813" providerId="LiveId" clId="{7085F92D-D1A7-45F6-93B4-A188010990CE}" dt="2026-06-10T13:35:04.072" v="550" actId="478"/>
          <ac:spMkLst>
            <pc:docMk/>
            <pc:sldMk cId="2336588113" sldId="267"/>
            <ac:spMk id="4" creationId="{B19C8598-120D-3402-040F-22B8FFBE4D34}"/>
          </ac:spMkLst>
        </pc:spChg>
        <pc:spChg chg="del">
          <ac:chgData name="Felipe Tourn" userId="30a551141e6b5813" providerId="LiveId" clId="{7085F92D-D1A7-45F6-93B4-A188010990CE}" dt="2026-06-10T13:35:04.072" v="550" actId="478"/>
          <ac:spMkLst>
            <pc:docMk/>
            <pc:sldMk cId="2336588113" sldId="267"/>
            <ac:spMk id="5" creationId="{086329A8-0AD7-552E-E917-5AE3F1DAD8BF}"/>
          </ac:spMkLst>
        </pc:spChg>
        <pc:spChg chg="del">
          <ac:chgData name="Felipe Tourn" userId="30a551141e6b5813" providerId="LiveId" clId="{7085F92D-D1A7-45F6-93B4-A188010990CE}" dt="2026-06-10T13:35:04.072" v="550" actId="478"/>
          <ac:spMkLst>
            <pc:docMk/>
            <pc:sldMk cId="2336588113" sldId="267"/>
            <ac:spMk id="6" creationId="{85039478-AACF-4225-1DEA-17D7014D0B43}"/>
          </ac:spMkLst>
        </pc:spChg>
        <pc:spChg chg="add mod">
          <ac:chgData name="Felipe Tourn" userId="30a551141e6b5813" providerId="LiveId" clId="{7085F92D-D1A7-45F6-93B4-A188010990CE}" dt="2026-06-10T13:37:50.004" v="623" actId="1076"/>
          <ac:spMkLst>
            <pc:docMk/>
            <pc:sldMk cId="2336588113" sldId="267"/>
            <ac:spMk id="12" creationId="{F9C3A2DA-32AE-EF01-88B7-E9CD624AF4A8}"/>
          </ac:spMkLst>
        </pc:spChg>
        <pc:spChg chg="add mod">
          <ac:chgData name="Felipe Tourn" userId="30a551141e6b5813" providerId="LiveId" clId="{7085F92D-D1A7-45F6-93B4-A188010990CE}" dt="2026-06-10T13:37:50.004" v="623" actId="1076"/>
          <ac:spMkLst>
            <pc:docMk/>
            <pc:sldMk cId="2336588113" sldId="267"/>
            <ac:spMk id="13" creationId="{241CCF91-37F3-F61E-CCEC-5339E8DAE6C6}"/>
          </ac:spMkLst>
        </pc:spChg>
        <pc:spChg chg="add mod">
          <ac:chgData name="Felipe Tourn" userId="30a551141e6b5813" providerId="LiveId" clId="{7085F92D-D1A7-45F6-93B4-A188010990CE}" dt="2026-06-10T13:48:46.736" v="759" actId="20577"/>
          <ac:spMkLst>
            <pc:docMk/>
            <pc:sldMk cId="2336588113" sldId="267"/>
            <ac:spMk id="14" creationId="{EE00280C-9E42-1B96-A908-92ECFAFC7B1D}"/>
          </ac:spMkLst>
        </pc:spChg>
        <pc:picChg chg="add mod modCrop">
          <ac:chgData name="Felipe Tourn" userId="30a551141e6b5813" providerId="LiveId" clId="{7085F92D-D1A7-45F6-93B4-A188010990CE}" dt="2026-06-10T13:37:50.004" v="623" actId="1076"/>
          <ac:picMkLst>
            <pc:docMk/>
            <pc:sldMk cId="2336588113" sldId="267"/>
            <ac:picMk id="11" creationId="{D43F6B24-8F76-D0C8-B8EE-E5B07F109829}"/>
          </ac:picMkLst>
        </pc:picChg>
      </pc:sldChg>
      <pc:sldChg chg="addSp delSp modSp add mod delAnim modAnim">
        <pc:chgData name="Felipe Tourn" userId="30a551141e6b5813" providerId="LiveId" clId="{7085F92D-D1A7-45F6-93B4-A188010990CE}" dt="2026-06-10T13:52:36.020" v="769" actId="14100"/>
        <pc:sldMkLst>
          <pc:docMk/>
          <pc:sldMk cId="1279821208" sldId="268"/>
        </pc:sldMkLst>
        <pc:spChg chg="del">
          <ac:chgData name="Felipe Tourn" userId="30a551141e6b5813" providerId="LiveId" clId="{7085F92D-D1A7-45F6-93B4-A188010990CE}" dt="2026-06-10T13:42:33.125" v="628" actId="478"/>
          <ac:spMkLst>
            <pc:docMk/>
            <pc:sldMk cId="1279821208" sldId="268"/>
            <ac:spMk id="7" creationId="{6D227081-7351-E362-FF9D-0F69187D3B09}"/>
          </ac:spMkLst>
        </pc:spChg>
        <pc:spChg chg="mod">
          <ac:chgData name="Felipe Tourn" userId="30a551141e6b5813" providerId="LiveId" clId="{7085F92D-D1A7-45F6-93B4-A188010990CE}" dt="2026-06-10T13:52:06.659" v="763" actId="20577"/>
          <ac:spMkLst>
            <pc:docMk/>
            <pc:sldMk cId="1279821208" sldId="268"/>
            <ac:spMk id="8" creationId="{D4E9D115-BFE3-6E5C-2FAB-058C5F05E19C}"/>
          </ac:spMkLst>
        </pc:spChg>
        <pc:spChg chg="del">
          <ac:chgData name="Felipe Tourn" userId="30a551141e6b5813" providerId="LiveId" clId="{7085F92D-D1A7-45F6-93B4-A188010990CE}" dt="2026-06-10T13:42:33.125" v="628" actId="478"/>
          <ac:spMkLst>
            <pc:docMk/>
            <pc:sldMk cId="1279821208" sldId="268"/>
            <ac:spMk id="11" creationId="{89816EB2-84A9-F58B-D542-4A2121F1DF90}"/>
          </ac:spMkLst>
        </pc:spChg>
        <pc:spChg chg="mod">
          <ac:chgData name="Felipe Tourn" userId="30a551141e6b5813" providerId="LiveId" clId="{7085F92D-D1A7-45F6-93B4-A188010990CE}" dt="2026-06-10T13:52:14.235" v="765" actId="1076"/>
          <ac:spMkLst>
            <pc:docMk/>
            <pc:sldMk cId="1279821208" sldId="268"/>
            <ac:spMk id="12" creationId="{D82CE9B0-BF8B-B776-E9CB-049D0AD74251}"/>
          </ac:spMkLst>
        </pc:spChg>
        <pc:spChg chg="add mod">
          <ac:chgData name="Felipe Tourn" userId="30a551141e6b5813" providerId="LiveId" clId="{7085F92D-D1A7-45F6-93B4-A188010990CE}" dt="2026-06-10T13:52:25.607" v="767" actId="14100"/>
          <ac:spMkLst>
            <pc:docMk/>
            <pc:sldMk cId="1279821208" sldId="268"/>
            <ac:spMk id="13" creationId="{8C4331CC-46F1-9A89-0CDF-508B195D3A2C}"/>
          </ac:spMkLst>
        </pc:spChg>
        <pc:picChg chg="add mod">
          <ac:chgData name="Felipe Tourn" userId="30a551141e6b5813" providerId="LiveId" clId="{7085F92D-D1A7-45F6-93B4-A188010990CE}" dt="2026-06-10T13:52:36.020" v="769" actId="14100"/>
          <ac:picMkLst>
            <pc:docMk/>
            <pc:sldMk cId="1279821208" sldId="268"/>
            <ac:picMk id="10" creationId="{99D2F44A-6147-2B51-898C-E77C3E978149}"/>
          </ac:picMkLst>
        </pc:picChg>
        <pc:picChg chg="del">
          <ac:chgData name="Felipe Tourn" userId="30a551141e6b5813" providerId="LiveId" clId="{7085F92D-D1A7-45F6-93B4-A188010990CE}" dt="2026-06-10T13:42:43.858" v="630" actId="478"/>
          <ac:picMkLst>
            <pc:docMk/>
            <pc:sldMk cId="1279821208" sldId="268"/>
            <ac:picMk id="1026" creationId="{E65A08FD-40DC-7444-3B27-AD59EF5DE799}"/>
          </ac:picMkLst>
        </pc:picChg>
      </pc:sldChg>
      <pc:sldChg chg="add del setBg">
        <pc:chgData name="Felipe Tourn" userId="30a551141e6b5813" providerId="LiveId" clId="{7085F92D-D1A7-45F6-93B4-A188010990CE}" dt="2026-06-10T13:42:12.210" v="625"/>
        <pc:sldMkLst>
          <pc:docMk/>
          <pc:sldMk cId="2615603448" sldId="268"/>
        </pc:sldMkLst>
      </pc:sldChg>
      <pc:sldChg chg="delSp modSp add del mod ord">
        <pc:chgData name="Felipe Tourn" userId="30a551141e6b5813" providerId="LiveId" clId="{7085F92D-D1A7-45F6-93B4-A188010990CE}" dt="2026-06-10T15:22:48.634" v="881" actId="1076"/>
        <pc:sldMkLst>
          <pc:docMk/>
          <pc:sldMk cId="1593596485" sldId="269"/>
        </pc:sldMkLst>
        <pc:spChg chg="mod topLvl">
          <ac:chgData name="Felipe Tourn" userId="30a551141e6b5813" providerId="LiveId" clId="{7085F92D-D1A7-45F6-93B4-A188010990CE}" dt="2026-06-10T15:22:48.634" v="881" actId="1076"/>
          <ac:spMkLst>
            <pc:docMk/>
            <pc:sldMk cId="1593596485" sldId="269"/>
            <ac:spMk id="6" creationId="{C657AF18-1E41-00F0-0C22-76D4848C7647}"/>
          </ac:spMkLst>
        </pc:spChg>
        <pc:spChg chg="del topLvl">
          <ac:chgData name="Felipe Tourn" userId="30a551141e6b5813" providerId="LiveId" clId="{7085F92D-D1A7-45F6-93B4-A188010990CE}" dt="2026-06-10T15:22:36.096" v="879" actId="478"/>
          <ac:spMkLst>
            <pc:docMk/>
            <pc:sldMk cId="1593596485" sldId="269"/>
            <ac:spMk id="7" creationId="{31E67EFE-4531-0CBE-F7D1-A999B1A63E12}"/>
          </ac:spMkLst>
        </pc:spChg>
        <pc:spChg chg="del mod">
          <ac:chgData name="Felipe Tourn" userId="30a551141e6b5813" providerId="LiveId" clId="{7085F92D-D1A7-45F6-93B4-A188010990CE}" dt="2026-06-10T15:22:33.836" v="878" actId="478"/>
          <ac:spMkLst>
            <pc:docMk/>
            <pc:sldMk cId="1593596485" sldId="269"/>
            <ac:spMk id="8" creationId="{7B1E1425-87CA-6B27-A1EC-4236C09524D1}"/>
          </ac:spMkLst>
        </pc:spChg>
        <pc:grpChg chg="del">
          <ac:chgData name="Felipe Tourn" userId="30a551141e6b5813" providerId="LiveId" clId="{7085F92D-D1A7-45F6-93B4-A188010990CE}" dt="2026-06-10T15:22:36.096" v="879" actId="478"/>
          <ac:grpSpMkLst>
            <pc:docMk/>
            <pc:sldMk cId="1593596485" sldId="269"/>
            <ac:grpSpMk id="5" creationId="{55ADE0DC-08DD-1C00-D972-4AA92CD7D3E7}"/>
          </ac:grpSpMkLst>
        </pc:grpChg>
      </pc:sldChg>
      <pc:sldChg chg="add del setBg modNotes">
        <pc:chgData name="Felipe Tourn" userId="30a551141e6b5813" providerId="LiveId" clId="{7085F92D-D1A7-45F6-93B4-A188010990CE}" dt="2026-06-10T15:22:04.080" v="863"/>
        <pc:sldMkLst>
          <pc:docMk/>
          <pc:sldMk cId="4003753896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AEF15-5E74-A405-3164-2E80E1EB8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AE85A02-9734-CA29-8DC5-383C33EA12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8596F7-92DB-F628-7BA4-2A4573F289B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40B64FF-2E36-9F73-5A7C-DB91A9D79F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B92D1C5-CA78-C50B-4AC5-575EF0758B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0A485-E478-5506-201D-212213D9A81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E2D35-37A1-2129-6D76-19012B6B02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30022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2D9BA-1A76-D9EF-40CB-5F88A674F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21A7F8-DF67-2A47-A77B-A35F48FE64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F0416C-694E-B9CF-4A44-199D8AD6AE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0BB13D6-F567-E8DD-B9DE-CD8B9E675A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6151CDC-8222-CA4C-7457-C1B9B5A956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8DC58B-CC76-FC0A-5BD6-FEEAF3E02B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6170A-FBE3-0FD7-7DC0-5238E96A2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41369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DA62F-36E8-0B12-16F4-8A444D3FC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825AF9-4BFD-95FB-9E35-7E7C78C32F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5C8A5-A7EB-3BA3-CD43-1E09F9B0497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998F21E-066E-CB97-C48D-D67C4731AF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2C55CC4-C455-BE98-A4FD-9D54632437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701ED-61C4-B4C8-27C2-4FD86C6DF5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DFC27-5731-9346-2B60-89C54C9F2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45016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0C84A-6677-858C-E9A5-F8956AF48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1FC536-2A4F-57CF-5CCE-A93517E21E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6B81E9-04F1-23EE-82A1-04363A29B45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B228CB4-E4C6-071B-B814-494C2A050F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DD84FFB-F952-C12C-0837-9F1FCC0234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12132-DE11-BD5B-5C6C-E28FDE7E835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56DFC-301A-CFDA-1957-41AC47E0E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775389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F0A98-7869-C8FD-63BB-FAC40BDFB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BDE45E-983E-F6ED-94D0-B371F0BABE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7413A4-B86C-5312-EAC0-F722DFE0FD7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EE73B6C-3BB5-97FA-573E-EC3C74E4A1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86A4D71-CCDD-0849-04E8-E526E5C90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4C4AF-467C-C49D-D2F1-3F422F3499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60628-D672-E318-C099-CFB8ED2614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63643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49400" y="-4032008"/>
            <a:ext cx="18288006" cy="6741916"/>
          </a:xfrm>
          <a:custGeom>
            <a:avLst/>
            <a:gdLst/>
            <a:ahLst/>
            <a:cxnLst/>
            <a:rect l="l" t="t" r="r" b="b"/>
            <a:pathLst>
              <a:path w="18288006" h="6741916">
                <a:moveTo>
                  <a:pt x="0" y="0"/>
                </a:moveTo>
                <a:lnTo>
                  <a:pt x="18288006" y="0"/>
                </a:lnTo>
                <a:lnTo>
                  <a:pt x="18288006" y="6741916"/>
                </a:lnTo>
                <a:lnTo>
                  <a:pt x="0" y="6741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-2028398" y="-1616182"/>
            <a:ext cx="18288006" cy="6304362"/>
          </a:xfrm>
          <a:custGeom>
            <a:avLst/>
            <a:gdLst/>
            <a:ahLst/>
            <a:cxnLst/>
            <a:rect l="l" t="t" r="r" b="b"/>
            <a:pathLst>
              <a:path w="18288006" h="6304362">
                <a:moveTo>
                  <a:pt x="0" y="0"/>
                </a:moveTo>
                <a:lnTo>
                  <a:pt x="18288006" y="0"/>
                </a:lnTo>
                <a:lnTo>
                  <a:pt x="18288006" y="6304362"/>
                </a:lnTo>
                <a:lnTo>
                  <a:pt x="0" y="6304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Freeform 4"/>
          <p:cNvSpPr/>
          <p:nvPr/>
        </p:nvSpPr>
        <p:spPr>
          <a:xfrm>
            <a:off x="10" y="7218104"/>
            <a:ext cx="20943994" cy="4755348"/>
          </a:xfrm>
          <a:custGeom>
            <a:avLst/>
            <a:gdLst/>
            <a:ahLst/>
            <a:cxnLst/>
            <a:rect l="l" t="t" r="r" b="b"/>
            <a:pathLst>
              <a:path w="20943994" h="4755348">
                <a:moveTo>
                  <a:pt x="0" y="0"/>
                </a:moveTo>
                <a:lnTo>
                  <a:pt x="20943994" y="0"/>
                </a:lnTo>
                <a:lnTo>
                  <a:pt x="20943994" y="4755348"/>
                </a:lnTo>
                <a:lnTo>
                  <a:pt x="0" y="47553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grpSp>
        <p:nvGrpSpPr>
          <p:cNvPr id="5" name="Group 5"/>
          <p:cNvGrpSpPr/>
          <p:nvPr/>
        </p:nvGrpSpPr>
        <p:grpSpPr>
          <a:xfrm>
            <a:off x="4155643" y="2514731"/>
            <a:ext cx="10113150" cy="3790950"/>
            <a:chOff x="0" y="0"/>
            <a:chExt cx="13484200" cy="5054600"/>
          </a:xfrm>
        </p:grpSpPr>
        <p:sp>
          <p:nvSpPr>
            <p:cNvPr id="6" name="TextBox 6"/>
            <p:cNvSpPr txBox="1"/>
            <p:nvPr/>
          </p:nvSpPr>
          <p:spPr>
            <a:xfrm>
              <a:off x="0" y="-28575"/>
              <a:ext cx="13484200" cy="4067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999"/>
                </a:lnSpc>
              </a:pPr>
              <a:r>
                <a:rPr lang="en-US" sz="9999" b="1">
                  <a:solidFill>
                    <a:srgbClr val="EBEAF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Maginificación </a:t>
              </a:r>
            </a:p>
            <a:p>
              <a:pPr algn="ctr">
                <a:lnSpc>
                  <a:spcPts val="11999"/>
                </a:lnSpc>
              </a:pPr>
              <a:r>
                <a:rPr lang="en-US" sz="9999" b="1">
                  <a:solidFill>
                    <a:srgbClr val="EBEAF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y Minificación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010025"/>
              <a:ext cx="13484200" cy="1044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000"/>
                </a:lnSpc>
              </a:pPr>
              <a:r>
                <a:rPr lang="en-US" sz="5000" b="1">
                  <a:solidFill>
                    <a:srgbClr val="EBEAF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en texturas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155643" y="6591431"/>
            <a:ext cx="1011315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EBEAF3"/>
                </a:solidFill>
                <a:latin typeface="Arimo Bold"/>
                <a:ea typeface="Arimo Bold"/>
                <a:cs typeface="Arimo Bold"/>
                <a:sym typeface="Arimo Bold"/>
              </a:rPr>
              <a:t>Felipe Tourn - Computación Gráfica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730950" y="-1755260"/>
            <a:ext cx="18287998" cy="4034418"/>
          </a:xfrm>
          <a:custGeom>
            <a:avLst/>
            <a:gdLst/>
            <a:ahLst/>
            <a:cxnLst/>
            <a:rect l="l" t="t" r="r" b="b"/>
            <a:pathLst>
              <a:path w="18287998" h="4034418">
                <a:moveTo>
                  <a:pt x="0" y="0"/>
                </a:moveTo>
                <a:lnTo>
                  <a:pt x="18287998" y="0"/>
                </a:lnTo>
                <a:lnTo>
                  <a:pt x="18287998" y="4034418"/>
                </a:lnTo>
                <a:lnTo>
                  <a:pt x="0" y="4034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-852250" y="7926190"/>
            <a:ext cx="18287998" cy="4034418"/>
          </a:xfrm>
          <a:custGeom>
            <a:avLst/>
            <a:gdLst/>
            <a:ahLst/>
            <a:cxnLst/>
            <a:rect l="l" t="t" r="r" b="b"/>
            <a:pathLst>
              <a:path w="18287998" h="4034418">
                <a:moveTo>
                  <a:pt x="0" y="0"/>
                </a:moveTo>
                <a:lnTo>
                  <a:pt x="18287998" y="0"/>
                </a:lnTo>
                <a:lnTo>
                  <a:pt x="18287998" y="4034418"/>
                </a:lnTo>
                <a:lnTo>
                  <a:pt x="0" y="4034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1521900" y="952900"/>
            <a:ext cx="152442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47EBEB"/>
                </a:solidFill>
                <a:latin typeface="Arimo Bold"/>
                <a:ea typeface="Arimo Bold"/>
                <a:cs typeface="Arimo Bold"/>
                <a:sym typeface="Arimo Bold"/>
              </a:rPr>
              <a:t>ÍNDICE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20350" y="2375975"/>
            <a:ext cx="11874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47EBEB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07750" y="2499800"/>
            <a:ext cx="354065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 dirty="0">
                <a:solidFill>
                  <a:srgbClr val="EBEAF3"/>
                </a:solidFill>
                <a:latin typeface="Arimo Bold"/>
                <a:ea typeface="Arimo Bold"/>
                <a:cs typeface="Arimo Bold"/>
                <a:sym typeface="Arimo Bold"/>
              </a:rPr>
              <a:t>INTRODUCCIÓN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15825" y="13617700"/>
            <a:ext cx="5475150" cy="79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You can describe the topic of the section here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06625" y="13617700"/>
            <a:ext cx="5475150" cy="79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You can describe the topic of the section here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18800" y="3376100"/>
            <a:ext cx="11874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47EBEB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07750" y="3499925"/>
            <a:ext cx="298084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EBEAF3"/>
                </a:solidFill>
                <a:latin typeface="Arimo Bold"/>
                <a:ea typeface="Arimo Bold"/>
                <a:cs typeface="Arimo Bold"/>
                <a:sym typeface="Arimo Bold"/>
              </a:rPr>
              <a:t>PÍXEL Y TEXEL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0350" y="4376225"/>
            <a:ext cx="11874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47EBEB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07750" y="4500050"/>
            <a:ext cx="331851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EBEAF3"/>
                </a:solidFill>
                <a:latin typeface="Arimo Bold"/>
                <a:ea typeface="Arimo Bold"/>
                <a:cs typeface="Arimo Bold"/>
                <a:sym typeface="Arimo Bold"/>
              </a:rPr>
              <a:t>MAGNIFICACIÓN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18800" y="5376350"/>
            <a:ext cx="11874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47EBEB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07750" y="5500175"/>
            <a:ext cx="282190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EBEAF3"/>
                </a:solidFill>
                <a:latin typeface="Arimo Bold"/>
                <a:ea typeface="Arimo Bold"/>
                <a:cs typeface="Arimo Bold"/>
                <a:sym typeface="Arimo Bold"/>
              </a:rPr>
              <a:t>MINIFICACIÓN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21900" y="6376475"/>
            <a:ext cx="11874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47EBEB"/>
                </a:solidFill>
                <a:latin typeface="Arimo Bold"/>
                <a:ea typeface="Arimo Bold"/>
                <a:cs typeface="Arimo Bold"/>
                <a:sym typeface="Arimo Bold"/>
              </a:rPr>
              <a:t>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06200" y="6500300"/>
            <a:ext cx="293477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 dirty="0">
                <a:solidFill>
                  <a:srgbClr val="EBEAF3"/>
                </a:solidFill>
                <a:latin typeface="Arimo Bold"/>
                <a:ea typeface="Arimo Bold"/>
                <a:cs typeface="Arimo Bold"/>
                <a:sym typeface="Arimo Bold"/>
              </a:rPr>
              <a:t>BIBLIOGRAFÍA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385273">
            <a:off x="9894050" y="3810216"/>
            <a:ext cx="18288006" cy="6004872"/>
          </a:xfrm>
          <a:custGeom>
            <a:avLst/>
            <a:gdLst/>
            <a:ahLst/>
            <a:cxnLst/>
            <a:rect l="l" t="t" r="r" b="b"/>
            <a:pathLst>
              <a:path w="18288006" h="6004872">
                <a:moveTo>
                  <a:pt x="0" y="0"/>
                </a:moveTo>
                <a:lnTo>
                  <a:pt x="18288006" y="0"/>
                </a:lnTo>
                <a:lnTo>
                  <a:pt x="18288006" y="6004872"/>
                </a:lnTo>
                <a:lnTo>
                  <a:pt x="0" y="6004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4034179" y="4038313"/>
            <a:ext cx="10219641" cy="4512670"/>
          </a:xfrm>
          <a:custGeom>
            <a:avLst/>
            <a:gdLst/>
            <a:ahLst/>
            <a:cxnLst/>
            <a:rect l="l" t="t" r="r" b="b"/>
            <a:pathLst>
              <a:path w="10219641" h="4512670">
                <a:moveTo>
                  <a:pt x="0" y="0"/>
                </a:moveTo>
                <a:lnTo>
                  <a:pt x="10219642" y="0"/>
                </a:lnTo>
                <a:lnTo>
                  <a:pt x="10219642" y="4512670"/>
                </a:lnTo>
                <a:lnTo>
                  <a:pt x="0" y="45126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6479" t="-146363" r="-101181" b="-123783"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1028700" y="962425"/>
            <a:ext cx="1522515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EBEAF3"/>
                </a:solidFill>
                <a:latin typeface="Arimo Bold"/>
                <a:ea typeface="Arimo Bold"/>
                <a:cs typeface="Arimo Bold"/>
                <a:sym typeface="Arimo Bold"/>
              </a:rPr>
              <a:t>INTRODUCCIÓN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121523"/>
            <a:ext cx="15727875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Mapeo</a:t>
            </a:r>
            <a:r>
              <a:rPr lang="en-US" sz="3999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 </a:t>
            </a:r>
            <a:r>
              <a:rPr lang="en-US" sz="3999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texturas</a:t>
            </a:r>
            <a:r>
              <a:rPr lang="en-US" sz="3999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2D </a:t>
            </a:r>
            <a:r>
              <a:rPr lang="en-US" sz="3999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durante</a:t>
            </a:r>
            <a:r>
              <a:rPr lang="en-US" sz="3999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la </a:t>
            </a:r>
            <a:r>
              <a:rPr lang="en-US" sz="3999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etapa</a:t>
            </a:r>
            <a:r>
              <a:rPr lang="en-US" sz="3999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 </a:t>
            </a:r>
            <a:r>
              <a:rPr lang="en-US" sz="3999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rasterización</a:t>
            </a:r>
            <a:r>
              <a:rPr lang="en-US" sz="3999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y </a:t>
            </a:r>
            <a:r>
              <a:rPr lang="en-US" sz="3999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procesamiento</a:t>
            </a:r>
            <a:r>
              <a:rPr lang="en-US" sz="3999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 </a:t>
            </a:r>
            <a:r>
              <a:rPr lang="en-US" sz="3999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fragmentos</a:t>
            </a:r>
            <a:r>
              <a:rPr lang="en-US" sz="3999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385273">
            <a:off x="10136600" y="3445616"/>
            <a:ext cx="18288006" cy="6004872"/>
          </a:xfrm>
          <a:custGeom>
            <a:avLst/>
            <a:gdLst/>
            <a:ahLst/>
            <a:cxnLst/>
            <a:rect l="l" t="t" r="r" b="b"/>
            <a:pathLst>
              <a:path w="18288006" h="6004872">
                <a:moveTo>
                  <a:pt x="0" y="0"/>
                </a:moveTo>
                <a:lnTo>
                  <a:pt x="18288006" y="0"/>
                </a:lnTo>
                <a:lnTo>
                  <a:pt x="18288006" y="6004872"/>
                </a:lnTo>
                <a:lnTo>
                  <a:pt x="0" y="6004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TextBox 3"/>
          <p:cNvSpPr txBox="1"/>
          <p:nvPr/>
        </p:nvSpPr>
        <p:spPr>
          <a:xfrm>
            <a:off x="1028700" y="962425"/>
            <a:ext cx="1523835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EBEAF3"/>
                </a:solidFill>
                <a:latin typeface="Arimo Bold"/>
                <a:ea typeface="Arimo Bold"/>
                <a:cs typeface="Arimo Bold"/>
                <a:sym typeface="Arimo Bold"/>
              </a:rPr>
              <a:t>PÍXEL VS TEXEL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93670" y="2840949"/>
            <a:ext cx="5197950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Unidad </a:t>
            </a:r>
            <a:r>
              <a:rPr lang="en-US" sz="2799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mínima</a:t>
            </a:r>
            <a:r>
              <a:rPr lang="en-US" sz="2799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 color de la </a:t>
            </a:r>
            <a:r>
              <a:rPr lang="en-US" sz="2799" b="1" dirty="0" err="1">
                <a:solidFill>
                  <a:srgbClr val="EBEAF3"/>
                </a:solidFill>
                <a:latin typeface="Asap Bold"/>
                <a:ea typeface="Asap Bold"/>
                <a:cs typeface="Asap Bold"/>
                <a:sym typeface="Asap Bold"/>
              </a:rPr>
              <a:t>pantalla</a:t>
            </a:r>
            <a:r>
              <a:rPr lang="en-US" sz="2799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93180" y="2279038"/>
            <a:ext cx="519795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dirty="0">
                <a:solidFill>
                  <a:srgbClr val="EBEAF3"/>
                </a:solidFill>
                <a:latin typeface="Arimo Bold"/>
                <a:ea typeface="Arimo Bold"/>
                <a:cs typeface="Arimo Bold"/>
                <a:sym typeface="Arimo Bold"/>
              </a:rPr>
              <a:t>PÍXEL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96864" y="2840921"/>
            <a:ext cx="5198550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Unidad </a:t>
            </a:r>
            <a:r>
              <a:rPr lang="en-US" sz="2799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mínima</a:t>
            </a:r>
            <a:r>
              <a:rPr lang="en-US" sz="2799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 color de la </a:t>
            </a:r>
            <a:r>
              <a:rPr lang="en-US" sz="2799" b="1" dirty="0" err="1">
                <a:solidFill>
                  <a:srgbClr val="EBEAF3"/>
                </a:solidFill>
                <a:latin typeface="Asap Bold"/>
                <a:ea typeface="Asap Bold"/>
                <a:cs typeface="Asap Bold"/>
                <a:sym typeface="Asap Bold"/>
              </a:rPr>
              <a:t>textura</a:t>
            </a:r>
            <a:r>
              <a:rPr lang="en-US" sz="2799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96380" y="2279038"/>
            <a:ext cx="519855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dirty="0">
                <a:solidFill>
                  <a:srgbClr val="EBEAF3"/>
                </a:solidFill>
                <a:latin typeface="Arimo Bold"/>
                <a:ea typeface="Arimo Bold"/>
                <a:cs typeface="Arimo Bold"/>
                <a:sym typeface="Arimo Bold"/>
              </a:rPr>
              <a:t>TEXEL</a:t>
            </a:r>
          </a:p>
        </p:txBody>
      </p:sp>
      <p:sp>
        <p:nvSpPr>
          <p:cNvPr id="8" name="Freeform 8"/>
          <p:cNvSpPr/>
          <p:nvPr/>
        </p:nvSpPr>
        <p:spPr>
          <a:xfrm>
            <a:off x="3914938" y="4107774"/>
            <a:ext cx="10458123" cy="5450624"/>
          </a:xfrm>
          <a:custGeom>
            <a:avLst/>
            <a:gdLst/>
            <a:ahLst/>
            <a:cxnLst/>
            <a:rect l="l" t="t" r="r" b="b"/>
            <a:pathLst>
              <a:path w="10458123" h="5450624">
                <a:moveTo>
                  <a:pt x="0" y="0"/>
                </a:moveTo>
                <a:lnTo>
                  <a:pt x="10458124" y="0"/>
                </a:lnTo>
                <a:lnTo>
                  <a:pt x="10458124" y="5450624"/>
                </a:lnTo>
                <a:lnTo>
                  <a:pt x="0" y="54506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816" r="-24354"/>
            </a:stretch>
          </a:blipFill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754653" y="-2017209"/>
            <a:ext cx="18287998" cy="4034418"/>
          </a:xfrm>
          <a:custGeom>
            <a:avLst/>
            <a:gdLst/>
            <a:ahLst/>
            <a:cxnLst/>
            <a:rect l="l" t="t" r="r" b="b"/>
            <a:pathLst>
              <a:path w="18287998" h="4034418">
                <a:moveTo>
                  <a:pt x="0" y="0"/>
                </a:moveTo>
                <a:lnTo>
                  <a:pt x="18287998" y="0"/>
                </a:lnTo>
                <a:lnTo>
                  <a:pt x="18287998" y="4034418"/>
                </a:lnTo>
                <a:lnTo>
                  <a:pt x="0" y="4034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-853024" y="8648700"/>
            <a:ext cx="18287998" cy="4034418"/>
          </a:xfrm>
          <a:custGeom>
            <a:avLst/>
            <a:gdLst/>
            <a:ahLst/>
            <a:cxnLst/>
            <a:rect l="l" t="t" r="r" b="b"/>
            <a:pathLst>
              <a:path w="18287998" h="4034418">
                <a:moveTo>
                  <a:pt x="0" y="0"/>
                </a:moveTo>
                <a:lnTo>
                  <a:pt x="18287998" y="0"/>
                </a:lnTo>
                <a:lnTo>
                  <a:pt x="18287998" y="4034418"/>
                </a:lnTo>
                <a:lnTo>
                  <a:pt x="0" y="4034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1028700" y="952900"/>
            <a:ext cx="152442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 dirty="0">
                <a:solidFill>
                  <a:srgbClr val="47EBEB"/>
                </a:solidFill>
                <a:latin typeface="Arimo Bold"/>
                <a:ea typeface="Arimo Bold"/>
                <a:cs typeface="Arimo Bold"/>
                <a:sym typeface="Arimo Bold"/>
              </a:rPr>
              <a:t>MAGNIFICACIÓN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15825" y="13617700"/>
            <a:ext cx="5475150" cy="79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You can describe the topic of the section here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06625" y="13617700"/>
            <a:ext cx="5475150" cy="79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You can describe the topic of the section here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893384"/>
            <a:ext cx="15091410" cy="621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La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cantidad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 </a:t>
            </a:r>
            <a:r>
              <a:rPr lang="en-US" sz="3600" b="1" dirty="0" err="1">
                <a:solidFill>
                  <a:srgbClr val="EBEAF3"/>
                </a:solidFill>
                <a:latin typeface="Asap Bold"/>
                <a:ea typeface="Asap Bold"/>
                <a:cs typeface="Asap Bold"/>
                <a:sym typeface="Asap Bold"/>
              </a:rPr>
              <a:t>píxeles</a:t>
            </a:r>
            <a:r>
              <a:rPr lang="en-US" sz="3600" b="1" dirty="0">
                <a:solidFill>
                  <a:srgbClr val="EBEAF3"/>
                </a:solidFill>
                <a:latin typeface="Asap Bold"/>
                <a:ea typeface="Asap Bold"/>
                <a:cs typeface="Asap Bold"/>
                <a:sym typeface="Asap Bold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superan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la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cantidad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 </a:t>
            </a:r>
            <a:r>
              <a:rPr lang="en-US" sz="3600" b="1" dirty="0">
                <a:solidFill>
                  <a:srgbClr val="EBEAF3"/>
                </a:solidFill>
                <a:latin typeface="Asap Bold"/>
                <a:ea typeface="Asap Bold"/>
                <a:cs typeface="Asap Bold"/>
                <a:sym typeface="Asap Bold"/>
              </a:rPr>
              <a:t>texels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, “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estirando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” la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textura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4DA11F0C-57B8-C906-B6CC-5120DADE8AEA}"/>
              </a:ext>
            </a:extLst>
          </p:cNvPr>
          <p:cNvSpPr txBox="1"/>
          <p:nvPr/>
        </p:nvSpPr>
        <p:spPr>
          <a:xfrm>
            <a:off x="1028700" y="2679487"/>
            <a:ext cx="15091410" cy="2006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400"/>
              </a:lnSpc>
              <a:buFont typeface="Arial"/>
              <a:buChar char="•"/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Vecino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más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cercano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(Point)</a:t>
            </a:r>
          </a:p>
          <a:p>
            <a:pPr marL="1554480" lvl="2" indent="-518160" algn="l">
              <a:lnSpc>
                <a:spcPts val="5400"/>
              </a:lnSpc>
              <a:buFont typeface="Arial"/>
              <a:buChar char="⚬"/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Toma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el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texel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más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cercano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al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centro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del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píxel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  <a:p>
            <a:pPr marL="1554480" lvl="2" indent="-518160" algn="l">
              <a:lnSpc>
                <a:spcPts val="5400"/>
              </a:lnSpc>
              <a:buFont typeface="Arial"/>
              <a:buChar char="⚬"/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Buen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rendimiento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, mala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calidad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(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pixelado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).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37162E1-6DE6-3ABA-B77C-760D08BC91EC}"/>
              </a:ext>
            </a:extLst>
          </p:cNvPr>
          <p:cNvSpPr txBox="1"/>
          <p:nvPr/>
        </p:nvSpPr>
        <p:spPr>
          <a:xfrm>
            <a:off x="975336" y="4858204"/>
            <a:ext cx="15267084" cy="209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77240" lvl="1" indent="-388620" algn="l">
              <a:lnSpc>
                <a:spcPts val="5400"/>
              </a:lnSpc>
              <a:buFont typeface="Arial"/>
              <a:buChar char="•"/>
            </a:pP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Interpolación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bilineal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(linear)</a:t>
            </a:r>
          </a:p>
          <a:p>
            <a:pPr marL="1554480" lvl="2" indent="-518160" algn="l">
              <a:lnSpc>
                <a:spcPts val="5400"/>
              </a:lnSpc>
              <a:buFont typeface="Arial"/>
              <a:buChar char="⚬"/>
            </a:pP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Interpola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los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4 texels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vecinos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más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cercanos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al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centro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del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píxel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  <a:p>
            <a:pPr marL="1554480" lvl="2" indent="-518160" algn="l">
              <a:lnSpc>
                <a:spcPts val="5400"/>
              </a:lnSpc>
              <a:buFont typeface="Arial"/>
              <a:buChar char="⚬"/>
            </a:pP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Rendimiento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y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calidad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regular (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borroso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).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9D1904D-C21E-DD1D-E642-F394DA110C65}"/>
              </a:ext>
            </a:extLst>
          </p:cNvPr>
          <p:cNvSpPr txBox="1"/>
          <p:nvPr/>
        </p:nvSpPr>
        <p:spPr>
          <a:xfrm>
            <a:off x="1028700" y="7129254"/>
            <a:ext cx="15244200" cy="209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77240" lvl="1" indent="-388620" algn="l">
              <a:lnSpc>
                <a:spcPts val="5400"/>
              </a:lnSpc>
              <a:buFont typeface="Arial"/>
              <a:buChar char="•"/>
            </a:pP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Interpolación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bicúbica</a:t>
            </a:r>
            <a:endParaRPr lang="en-US" sz="3600" dirty="0">
              <a:solidFill>
                <a:srgbClr val="EBEAF3"/>
              </a:solidFill>
              <a:latin typeface="Asap"/>
              <a:ea typeface="Asap"/>
              <a:cs typeface="Asap"/>
              <a:sym typeface="Asap"/>
            </a:endParaRPr>
          </a:p>
          <a:p>
            <a:pPr marL="1554480" lvl="2" indent="-518160" algn="l">
              <a:lnSpc>
                <a:spcPts val="5400"/>
              </a:lnSpc>
              <a:buFont typeface="Arial"/>
              <a:buChar char="⚬"/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Suma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ponderada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una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matriz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4x4 o 5x5 texels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vecinos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  <a:p>
            <a:pPr marL="1554480" lvl="2" indent="-518160" algn="l">
              <a:lnSpc>
                <a:spcPts val="5400"/>
              </a:lnSpc>
              <a:buFont typeface="Arial"/>
              <a:buChar char="⚬"/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Mal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rendimiento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,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buena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calidad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1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754653" y="-2017209"/>
            <a:ext cx="18287998" cy="4034418"/>
          </a:xfrm>
          <a:custGeom>
            <a:avLst/>
            <a:gdLst/>
            <a:ahLst/>
            <a:cxnLst/>
            <a:rect l="l" t="t" r="r" b="b"/>
            <a:pathLst>
              <a:path w="18287998" h="4034418">
                <a:moveTo>
                  <a:pt x="0" y="0"/>
                </a:moveTo>
                <a:lnTo>
                  <a:pt x="18287998" y="0"/>
                </a:lnTo>
                <a:lnTo>
                  <a:pt x="18287998" y="4034418"/>
                </a:lnTo>
                <a:lnTo>
                  <a:pt x="0" y="4034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-853024" y="8269791"/>
            <a:ext cx="18287998" cy="4034418"/>
          </a:xfrm>
          <a:custGeom>
            <a:avLst/>
            <a:gdLst/>
            <a:ahLst/>
            <a:cxnLst/>
            <a:rect l="l" t="t" r="r" b="b"/>
            <a:pathLst>
              <a:path w="18287998" h="4034418">
                <a:moveTo>
                  <a:pt x="0" y="0"/>
                </a:moveTo>
                <a:lnTo>
                  <a:pt x="18287998" y="0"/>
                </a:lnTo>
                <a:lnTo>
                  <a:pt x="18287998" y="4034418"/>
                </a:lnTo>
                <a:lnTo>
                  <a:pt x="0" y="4034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Freeform 4"/>
          <p:cNvSpPr/>
          <p:nvPr/>
        </p:nvSpPr>
        <p:spPr>
          <a:xfrm>
            <a:off x="1028700" y="2826339"/>
            <a:ext cx="4621426" cy="4621426"/>
          </a:xfrm>
          <a:custGeom>
            <a:avLst/>
            <a:gdLst/>
            <a:ahLst/>
            <a:cxnLst/>
            <a:rect l="l" t="t" r="r" b="b"/>
            <a:pathLst>
              <a:path w="4621426" h="4621426">
                <a:moveTo>
                  <a:pt x="0" y="0"/>
                </a:moveTo>
                <a:lnTo>
                  <a:pt x="4621426" y="0"/>
                </a:lnTo>
                <a:lnTo>
                  <a:pt x="4621426" y="4621426"/>
                </a:lnTo>
                <a:lnTo>
                  <a:pt x="0" y="46214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5" name="Freeform 5"/>
          <p:cNvSpPr/>
          <p:nvPr/>
        </p:nvSpPr>
        <p:spPr>
          <a:xfrm>
            <a:off x="6831226" y="2830726"/>
            <a:ext cx="4625549" cy="4625549"/>
          </a:xfrm>
          <a:custGeom>
            <a:avLst/>
            <a:gdLst/>
            <a:ahLst/>
            <a:cxnLst/>
            <a:rect l="l" t="t" r="r" b="b"/>
            <a:pathLst>
              <a:path w="4625549" h="4625549">
                <a:moveTo>
                  <a:pt x="0" y="0"/>
                </a:moveTo>
                <a:lnTo>
                  <a:pt x="4625548" y="0"/>
                </a:lnTo>
                <a:lnTo>
                  <a:pt x="4625548" y="4625548"/>
                </a:lnTo>
                <a:lnTo>
                  <a:pt x="0" y="46255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6" name="Freeform 6"/>
          <p:cNvSpPr/>
          <p:nvPr/>
        </p:nvSpPr>
        <p:spPr>
          <a:xfrm>
            <a:off x="12633751" y="2830726"/>
            <a:ext cx="4625549" cy="4625549"/>
          </a:xfrm>
          <a:custGeom>
            <a:avLst/>
            <a:gdLst/>
            <a:ahLst/>
            <a:cxnLst/>
            <a:rect l="l" t="t" r="r" b="b"/>
            <a:pathLst>
              <a:path w="4625549" h="4625549">
                <a:moveTo>
                  <a:pt x="0" y="0"/>
                </a:moveTo>
                <a:lnTo>
                  <a:pt x="4625549" y="0"/>
                </a:lnTo>
                <a:lnTo>
                  <a:pt x="4625549" y="4625548"/>
                </a:lnTo>
                <a:lnTo>
                  <a:pt x="0" y="46255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7" name="TextBox 7"/>
          <p:cNvSpPr txBox="1"/>
          <p:nvPr/>
        </p:nvSpPr>
        <p:spPr>
          <a:xfrm>
            <a:off x="1028700" y="952900"/>
            <a:ext cx="152442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47EBEB"/>
                </a:solidFill>
                <a:latin typeface="Arimo Bold"/>
                <a:ea typeface="Arimo Bold"/>
                <a:cs typeface="Arimo Bold"/>
                <a:sym typeface="Arimo Bold"/>
              </a:rPr>
              <a:t>MAGNIFICACIÓN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15825" y="13617700"/>
            <a:ext cx="5475150" cy="79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You can describe the topic of the section here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06625" y="13617700"/>
            <a:ext cx="5475150" cy="79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You can describe the topic of the section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2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1B2DF-9795-902D-FAFE-03244E44B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E2FE0B9-760C-6823-93A1-89B7EA0EE280}"/>
              </a:ext>
            </a:extLst>
          </p:cNvPr>
          <p:cNvSpPr/>
          <p:nvPr/>
        </p:nvSpPr>
        <p:spPr>
          <a:xfrm rot="-10800000">
            <a:off x="754653" y="-2017209"/>
            <a:ext cx="18287998" cy="4034418"/>
          </a:xfrm>
          <a:custGeom>
            <a:avLst/>
            <a:gdLst/>
            <a:ahLst/>
            <a:cxnLst/>
            <a:rect l="l" t="t" r="r" b="b"/>
            <a:pathLst>
              <a:path w="18287998" h="4034418">
                <a:moveTo>
                  <a:pt x="0" y="0"/>
                </a:moveTo>
                <a:lnTo>
                  <a:pt x="18287998" y="0"/>
                </a:lnTo>
                <a:lnTo>
                  <a:pt x="18287998" y="4034418"/>
                </a:lnTo>
                <a:lnTo>
                  <a:pt x="0" y="4034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D40639C-9981-271A-36E6-54D863F33208}"/>
              </a:ext>
            </a:extLst>
          </p:cNvPr>
          <p:cNvSpPr txBox="1"/>
          <p:nvPr/>
        </p:nvSpPr>
        <p:spPr>
          <a:xfrm>
            <a:off x="1028700" y="952900"/>
            <a:ext cx="152442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47EBEB"/>
                </a:solidFill>
                <a:latin typeface="Arimo Bold"/>
                <a:ea typeface="Arimo Bold"/>
                <a:cs typeface="Arimo Bold"/>
                <a:sym typeface="Arimo Bold"/>
              </a:rPr>
              <a:t>MAGNIFICACIÓN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9AD8399-E5B3-A38C-E9B8-C6C6712BF3A0}"/>
              </a:ext>
            </a:extLst>
          </p:cNvPr>
          <p:cNvSpPr txBox="1"/>
          <p:nvPr/>
        </p:nvSpPr>
        <p:spPr>
          <a:xfrm>
            <a:off x="2815825" y="13617700"/>
            <a:ext cx="5475150" cy="79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You can describe the topic of the section here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0DA5FF0-3A79-DFAF-B5E0-3FC391EC9A01}"/>
              </a:ext>
            </a:extLst>
          </p:cNvPr>
          <p:cNvSpPr txBox="1"/>
          <p:nvPr/>
        </p:nvSpPr>
        <p:spPr>
          <a:xfrm>
            <a:off x="10406625" y="13617700"/>
            <a:ext cx="5475150" cy="79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You can describe the topic of the section here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43F6B24-8F76-D0C8-B8EE-E5B07F1098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83" t="33529" r="4664" b="6866"/>
          <a:stretch>
            <a:fillRect/>
          </a:stretch>
        </p:blipFill>
        <p:spPr>
          <a:xfrm>
            <a:off x="617013" y="2400300"/>
            <a:ext cx="17053974" cy="5790800"/>
          </a:xfrm>
          <a:prstGeom prst="rect">
            <a:avLst/>
          </a:prstGeom>
        </p:spPr>
      </p:pic>
      <p:sp>
        <p:nvSpPr>
          <p:cNvPr id="12" name="TextBox 7">
            <a:extLst>
              <a:ext uri="{FF2B5EF4-FFF2-40B4-BE49-F238E27FC236}">
                <a16:creationId xmlns:a16="http://schemas.microsoft.com/office/drawing/2014/main" id="{F9C3A2DA-32AE-EF01-88B7-E9CD624AF4A8}"/>
              </a:ext>
            </a:extLst>
          </p:cNvPr>
          <p:cNvSpPr txBox="1"/>
          <p:nvPr/>
        </p:nvSpPr>
        <p:spPr>
          <a:xfrm>
            <a:off x="2057400" y="8385563"/>
            <a:ext cx="2198812" cy="621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Point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241CCF91-37F3-F61E-CCEC-5339E8DAE6C6}"/>
              </a:ext>
            </a:extLst>
          </p:cNvPr>
          <p:cNvSpPr txBox="1"/>
          <p:nvPr/>
        </p:nvSpPr>
        <p:spPr>
          <a:xfrm>
            <a:off x="8044594" y="8385563"/>
            <a:ext cx="2198812" cy="621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Bilineal</a:t>
            </a:r>
            <a:endParaRPr lang="en-US" sz="3600" dirty="0">
              <a:solidFill>
                <a:srgbClr val="EBEAF3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EE00280C-9E42-1B96-A908-92ECFAFC7B1D}"/>
              </a:ext>
            </a:extLst>
          </p:cNvPr>
          <p:cNvSpPr txBox="1"/>
          <p:nvPr/>
        </p:nvSpPr>
        <p:spPr>
          <a:xfrm>
            <a:off x="13411200" y="8385563"/>
            <a:ext cx="3212220" cy="621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Bicubic (5x5)</a:t>
            </a:r>
          </a:p>
        </p:txBody>
      </p:sp>
    </p:spTree>
    <p:extLst>
      <p:ext uri="{BB962C8B-B14F-4D97-AF65-F5344CB8AC3E}">
        <p14:creationId xmlns:p14="http://schemas.microsoft.com/office/powerpoint/2010/main" val="233658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754653" y="-2017209"/>
            <a:ext cx="18287998" cy="4034418"/>
          </a:xfrm>
          <a:custGeom>
            <a:avLst/>
            <a:gdLst/>
            <a:ahLst/>
            <a:cxnLst/>
            <a:rect l="l" t="t" r="r" b="b"/>
            <a:pathLst>
              <a:path w="18287998" h="4034418">
                <a:moveTo>
                  <a:pt x="0" y="0"/>
                </a:moveTo>
                <a:lnTo>
                  <a:pt x="18287998" y="0"/>
                </a:lnTo>
                <a:lnTo>
                  <a:pt x="18287998" y="4034418"/>
                </a:lnTo>
                <a:lnTo>
                  <a:pt x="0" y="4034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-853024" y="8269791"/>
            <a:ext cx="18287998" cy="4034418"/>
          </a:xfrm>
          <a:custGeom>
            <a:avLst/>
            <a:gdLst/>
            <a:ahLst/>
            <a:cxnLst/>
            <a:rect l="l" t="t" r="r" b="b"/>
            <a:pathLst>
              <a:path w="18287998" h="4034418">
                <a:moveTo>
                  <a:pt x="0" y="0"/>
                </a:moveTo>
                <a:lnTo>
                  <a:pt x="18287998" y="0"/>
                </a:lnTo>
                <a:lnTo>
                  <a:pt x="18287998" y="4034418"/>
                </a:lnTo>
                <a:lnTo>
                  <a:pt x="0" y="4034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1028700" y="952900"/>
            <a:ext cx="152442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47EBEB"/>
                </a:solidFill>
                <a:latin typeface="Arimo Bold"/>
                <a:ea typeface="Arimo Bold"/>
                <a:cs typeface="Arimo Bold"/>
                <a:sym typeface="Arimo Bold"/>
              </a:rPr>
              <a:t>MAGNIFICACIÓN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15825" y="13617700"/>
            <a:ext cx="5475150" cy="79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You can describe the topic of the section here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06625" y="13617700"/>
            <a:ext cx="5475150" cy="79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You can describe the topic of the section here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635509"/>
            <a:ext cx="15903549" cy="1314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Las GPUs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modernas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tienen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unidades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texturas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(TMUs)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optimizadas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para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realizar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interpolación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bilineal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769559"/>
            <a:ext cx="6769075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Interpolación</a:t>
            </a:r>
            <a:r>
              <a:rPr lang="en-US" sz="30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bicúbica</a:t>
            </a:r>
            <a:endParaRPr lang="en-US" sz="3000" b="1" dirty="0">
              <a:solidFill>
                <a:srgbClr val="FFFFF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1DC55C50-F97C-1845-285C-F852803A975A}"/>
              </a:ext>
            </a:extLst>
          </p:cNvPr>
          <p:cNvSpPr txBox="1"/>
          <p:nvPr/>
        </p:nvSpPr>
        <p:spPr>
          <a:xfrm>
            <a:off x="1028699" y="3949843"/>
            <a:ext cx="15903549" cy="621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Muy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costoso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computacionalmente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527BEA0A-916D-38B1-7898-5F6B7D957FF6}"/>
              </a:ext>
            </a:extLst>
          </p:cNvPr>
          <p:cNvSpPr txBox="1"/>
          <p:nvPr/>
        </p:nvSpPr>
        <p:spPr>
          <a:xfrm>
            <a:off x="1028698" y="4760152"/>
            <a:ext cx="15903549" cy="2699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Se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reserva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para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tareas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muy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específicas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en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el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renderizado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:</a:t>
            </a:r>
          </a:p>
          <a:p>
            <a:pPr marL="777240" lvl="1" indent="-388620" algn="l">
              <a:lnSpc>
                <a:spcPts val="5400"/>
              </a:lnSpc>
              <a:buFont typeface="Arial"/>
              <a:buChar char="•"/>
            </a:pP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Posprocesamiento</a:t>
            </a:r>
            <a:endParaRPr lang="en-US" sz="3600" dirty="0">
              <a:solidFill>
                <a:srgbClr val="EBEAF3"/>
              </a:solidFill>
              <a:latin typeface="Asap"/>
              <a:ea typeface="Asap"/>
              <a:cs typeface="Asap"/>
              <a:sym typeface="Asap"/>
            </a:endParaRPr>
          </a:p>
          <a:p>
            <a:pPr marL="777240" lvl="1" indent="-388620" algn="l">
              <a:lnSpc>
                <a:spcPts val="5400"/>
              </a:lnSpc>
              <a:buFont typeface="Arial"/>
              <a:buChar char="•"/>
            </a:pP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Escalado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final de la imagen a la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resolución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del monitor</a:t>
            </a:r>
          </a:p>
          <a:p>
            <a:pPr marL="777240" lvl="1" indent="-388620" algn="l">
              <a:lnSpc>
                <a:spcPts val="5400"/>
              </a:lnSpc>
              <a:buFont typeface="Arial"/>
              <a:buChar char="•"/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La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lectura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mapas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altura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(heightmaps) de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alta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precisión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2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FDE3A-0693-3878-C91A-2D18BCCB9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4AAD8F-23DC-B638-5A5B-D2F1D06020A2}"/>
              </a:ext>
            </a:extLst>
          </p:cNvPr>
          <p:cNvSpPr/>
          <p:nvPr/>
        </p:nvSpPr>
        <p:spPr>
          <a:xfrm rot="-10800000">
            <a:off x="754653" y="-2017209"/>
            <a:ext cx="18287998" cy="4034418"/>
          </a:xfrm>
          <a:custGeom>
            <a:avLst/>
            <a:gdLst/>
            <a:ahLst/>
            <a:cxnLst/>
            <a:rect l="l" t="t" r="r" b="b"/>
            <a:pathLst>
              <a:path w="18287998" h="4034418">
                <a:moveTo>
                  <a:pt x="0" y="0"/>
                </a:moveTo>
                <a:lnTo>
                  <a:pt x="18287998" y="0"/>
                </a:lnTo>
                <a:lnTo>
                  <a:pt x="18287998" y="4034418"/>
                </a:lnTo>
                <a:lnTo>
                  <a:pt x="0" y="4034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08994CF-6408-C41A-4855-382BA5CDA5D2}"/>
              </a:ext>
            </a:extLst>
          </p:cNvPr>
          <p:cNvSpPr/>
          <p:nvPr/>
        </p:nvSpPr>
        <p:spPr>
          <a:xfrm>
            <a:off x="-853024" y="8269791"/>
            <a:ext cx="18287998" cy="4034418"/>
          </a:xfrm>
          <a:custGeom>
            <a:avLst/>
            <a:gdLst/>
            <a:ahLst/>
            <a:cxnLst/>
            <a:rect l="l" t="t" r="r" b="b"/>
            <a:pathLst>
              <a:path w="18287998" h="4034418">
                <a:moveTo>
                  <a:pt x="0" y="0"/>
                </a:moveTo>
                <a:lnTo>
                  <a:pt x="18287998" y="0"/>
                </a:lnTo>
                <a:lnTo>
                  <a:pt x="18287998" y="4034418"/>
                </a:lnTo>
                <a:lnTo>
                  <a:pt x="0" y="4034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6E0D7FB-6176-882D-49E0-B84C8594C02D}"/>
              </a:ext>
            </a:extLst>
          </p:cNvPr>
          <p:cNvSpPr txBox="1"/>
          <p:nvPr/>
        </p:nvSpPr>
        <p:spPr>
          <a:xfrm>
            <a:off x="1028700" y="952900"/>
            <a:ext cx="152442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47EBEB"/>
                </a:solidFill>
                <a:latin typeface="Arimo Bold"/>
                <a:ea typeface="Arimo Bold"/>
                <a:cs typeface="Arimo Bold"/>
                <a:sym typeface="Arimo Bold"/>
              </a:rPr>
              <a:t>MAGNIFICACIÓN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56F2135-1146-934D-A24B-5F0925CCA256}"/>
              </a:ext>
            </a:extLst>
          </p:cNvPr>
          <p:cNvSpPr txBox="1"/>
          <p:nvPr/>
        </p:nvSpPr>
        <p:spPr>
          <a:xfrm>
            <a:off x="2815825" y="13617700"/>
            <a:ext cx="5475150" cy="79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You can describe the topic of the section here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D3A01F6-2C89-9371-D9B7-8641F6A3824D}"/>
              </a:ext>
            </a:extLst>
          </p:cNvPr>
          <p:cNvSpPr txBox="1"/>
          <p:nvPr/>
        </p:nvSpPr>
        <p:spPr>
          <a:xfrm>
            <a:off x="10406625" y="13617700"/>
            <a:ext cx="5475150" cy="79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You can describe the topic of the section here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A87355E-CBA5-5622-70F2-006FBDF2DF79}"/>
              </a:ext>
            </a:extLst>
          </p:cNvPr>
          <p:cNvSpPr txBox="1"/>
          <p:nvPr/>
        </p:nvSpPr>
        <p:spPr>
          <a:xfrm>
            <a:off x="1028697" y="2009169"/>
            <a:ext cx="15903549" cy="621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Un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complemento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son las </a:t>
            </a:r>
            <a:r>
              <a:rPr lang="en-US" sz="3600" b="1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texturas</a:t>
            </a:r>
            <a:r>
              <a:rPr lang="en-US" sz="3600" b="1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 </a:t>
            </a:r>
            <a:r>
              <a:rPr lang="en-US" sz="3600" b="1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detalle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757FE2F2-0343-FB9B-E65F-0F9415795F8D}"/>
              </a:ext>
            </a:extLst>
          </p:cNvPr>
          <p:cNvSpPr txBox="1"/>
          <p:nvPr/>
        </p:nvSpPr>
        <p:spPr>
          <a:xfrm>
            <a:off x="1028697" y="2915750"/>
            <a:ext cx="15903549" cy="621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Texturas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adicionales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aplicadas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diferentes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escalas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A785B394-24D9-3DD3-B17D-14DE52405452}"/>
              </a:ext>
            </a:extLst>
          </p:cNvPr>
          <p:cNvSpPr txBox="1"/>
          <p:nvPr/>
        </p:nvSpPr>
        <p:spPr>
          <a:xfrm>
            <a:off x="1028696" y="3939808"/>
            <a:ext cx="15903549" cy="1314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Buscan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agregar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detalle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fino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,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creando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un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efecto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visual al de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una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textura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alta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resolución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231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730950" y="-1755260"/>
            <a:ext cx="18287998" cy="4034418"/>
          </a:xfrm>
          <a:custGeom>
            <a:avLst/>
            <a:gdLst/>
            <a:ahLst/>
            <a:cxnLst/>
            <a:rect l="l" t="t" r="r" b="b"/>
            <a:pathLst>
              <a:path w="18287998" h="4034418">
                <a:moveTo>
                  <a:pt x="0" y="0"/>
                </a:moveTo>
                <a:lnTo>
                  <a:pt x="18287998" y="0"/>
                </a:lnTo>
                <a:lnTo>
                  <a:pt x="18287998" y="4034418"/>
                </a:lnTo>
                <a:lnTo>
                  <a:pt x="0" y="4034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-852250" y="7926190"/>
            <a:ext cx="18287998" cy="4034418"/>
          </a:xfrm>
          <a:custGeom>
            <a:avLst/>
            <a:gdLst/>
            <a:ahLst/>
            <a:cxnLst/>
            <a:rect l="l" t="t" r="r" b="b"/>
            <a:pathLst>
              <a:path w="18287998" h="4034418">
                <a:moveTo>
                  <a:pt x="0" y="0"/>
                </a:moveTo>
                <a:lnTo>
                  <a:pt x="18287998" y="0"/>
                </a:lnTo>
                <a:lnTo>
                  <a:pt x="18287998" y="4034418"/>
                </a:lnTo>
                <a:lnTo>
                  <a:pt x="0" y="4034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1053938" y="952900"/>
            <a:ext cx="152442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 dirty="0">
                <a:solidFill>
                  <a:srgbClr val="47EBEB"/>
                </a:solidFill>
                <a:latin typeface="Arimo Bold"/>
                <a:ea typeface="Arimo Bold"/>
                <a:cs typeface="Arimo Bold"/>
                <a:sym typeface="Arimo Bold"/>
              </a:rPr>
              <a:t>MINIFICACIÓN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15825" y="13617700"/>
            <a:ext cx="5475150" cy="79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You can describe the topic of the section here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06625" y="13617700"/>
            <a:ext cx="5475150" cy="79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You can describe the topic of the section here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8698" y="2279159"/>
            <a:ext cx="9486900" cy="1314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La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cantidad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 </a:t>
            </a:r>
            <a:r>
              <a:rPr lang="en-US" sz="3600" b="1" dirty="0">
                <a:solidFill>
                  <a:srgbClr val="EBEAF3"/>
                </a:solidFill>
                <a:latin typeface="Asap Bold"/>
                <a:ea typeface="Asap Bold"/>
                <a:cs typeface="Asap Bold"/>
                <a:sym typeface="Asap Bold"/>
              </a:rPr>
              <a:t>texels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superan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la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cantidad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 </a:t>
            </a:r>
            <a:r>
              <a:rPr lang="en-US" sz="3600" b="1" dirty="0" err="1">
                <a:solidFill>
                  <a:srgbClr val="EBEAF3"/>
                </a:solidFill>
                <a:latin typeface="Asap Bold"/>
                <a:ea typeface="Asap Bold"/>
                <a:cs typeface="Asap Bold"/>
                <a:sym typeface="Asap Bold"/>
              </a:rPr>
              <a:t>píxeles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,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encogiendo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la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textura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</p:txBody>
      </p:sp>
      <p:pic>
        <p:nvPicPr>
          <p:cNvPr id="1028" name="Picture 4" descr="rendering - What causes aliasing? - Game Development Stack Exchange">
            <a:extLst>
              <a:ext uri="{FF2B5EF4-FFF2-40B4-BE49-F238E27FC236}">
                <a16:creationId xmlns:a16="http://schemas.microsoft.com/office/drawing/2014/main" id="{B7802578-C518-5D7A-E9D6-18AD1CE6A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7200" y="2279159"/>
            <a:ext cx="5181600" cy="7409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CC302591-22D6-EA02-C9AF-C7C2ADC69F44}"/>
              </a:ext>
            </a:extLst>
          </p:cNvPr>
          <p:cNvSpPr txBox="1"/>
          <p:nvPr/>
        </p:nvSpPr>
        <p:spPr>
          <a:xfrm>
            <a:off x="1053938" y="4277860"/>
            <a:ext cx="9486900" cy="621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Se produce </a:t>
            </a:r>
            <a:r>
              <a:rPr lang="en-US" sz="3600" b="1" dirty="0">
                <a:solidFill>
                  <a:srgbClr val="EBEAF3"/>
                </a:solidFill>
                <a:latin typeface="Asap Bold"/>
                <a:ea typeface="Asap Bold"/>
                <a:cs typeface="Asap Bold"/>
                <a:sym typeface="Asap Bold"/>
              </a:rPr>
              <a:t>aliasing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FC86B36E-98A3-3F77-2F42-6652A8821804}"/>
              </a:ext>
            </a:extLst>
          </p:cNvPr>
          <p:cNvSpPr txBox="1"/>
          <p:nvPr/>
        </p:nvSpPr>
        <p:spPr>
          <a:xfrm>
            <a:off x="1053938" y="5584574"/>
            <a:ext cx="9486900" cy="621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La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solución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más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común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es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el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b="1" dirty="0" err="1">
                <a:solidFill>
                  <a:srgbClr val="EBEAF3"/>
                </a:solidFill>
                <a:latin typeface="Asap Bold" panose="020B0604020202020204" charset="0"/>
                <a:ea typeface="Asap"/>
                <a:cs typeface="Asap"/>
                <a:sym typeface="Asap"/>
              </a:rPr>
              <a:t>preprocesado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2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72D37-3684-D973-43A9-E4E948BAD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4772CA1-28E3-E91E-6782-C7DF12F6FA8A}"/>
              </a:ext>
            </a:extLst>
          </p:cNvPr>
          <p:cNvSpPr/>
          <p:nvPr/>
        </p:nvSpPr>
        <p:spPr>
          <a:xfrm rot="-10800000">
            <a:off x="730950" y="-1755260"/>
            <a:ext cx="18287998" cy="4034418"/>
          </a:xfrm>
          <a:custGeom>
            <a:avLst/>
            <a:gdLst/>
            <a:ahLst/>
            <a:cxnLst/>
            <a:rect l="l" t="t" r="r" b="b"/>
            <a:pathLst>
              <a:path w="18287998" h="4034418">
                <a:moveTo>
                  <a:pt x="0" y="0"/>
                </a:moveTo>
                <a:lnTo>
                  <a:pt x="18287998" y="0"/>
                </a:lnTo>
                <a:lnTo>
                  <a:pt x="18287998" y="4034418"/>
                </a:lnTo>
                <a:lnTo>
                  <a:pt x="0" y="4034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431E36B-B785-0409-AC86-8112798C0D17}"/>
              </a:ext>
            </a:extLst>
          </p:cNvPr>
          <p:cNvSpPr/>
          <p:nvPr/>
        </p:nvSpPr>
        <p:spPr>
          <a:xfrm>
            <a:off x="-852250" y="7926190"/>
            <a:ext cx="18287998" cy="4034418"/>
          </a:xfrm>
          <a:custGeom>
            <a:avLst/>
            <a:gdLst/>
            <a:ahLst/>
            <a:cxnLst/>
            <a:rect l="l" t="t" r="r" b="b"/>
            <a:pathLst>
              <a:path w="18287998" h="4034418">
                <a:moveTo>
                  <a:pt x="0" y="0"/>
                </a:moveTo>
                <a:lnTo>
                  <a:pt x="18287998" y="0"/>
                </a:lnTo>
                <a:lnTo>
                  <a:pt x="18287998" y="4034418"/>
                </a:lnTo>
                <a:lnTo>
                  <a:pt x="0" y="4034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EED65F7-C54F-2C22-E335-20A405C0A8DD}"/>
              </a:ext>
            </a:extLst>
          </p:cNvPr>
          <p:cNvSpPr txBox="1"/>
          <p:nvPr/>
        </p:nvSpPr>
        <p:spPr>
          <a:xfrm>
            <a:off x="1053938" y="952900"/>
            <a:ext cx="152442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47EBEB"/>
                </a:solidFill>
                <a:latin typeface="Arimo Bold"/>
                <a:ea typeface="Arimo Bold"/>
                <a:cs typeface="Arimo Bold"/>
                <a:sym typeface="Arimo Bold"/>
              </a:rPr>
              <a:t>MINIFICACIÓN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8B93EB9-B1D3-5598-CFCB-1EC64A12DC28}"/>
              </a:ext>
            </a:extLst>
          </p:cNvPr>
          <p:cNvSpPr txBox="1"/>
          <p:nvPr/>
        </p:nvSpPr>
        <p:spPr>
          <a:xfrm>
            <a:off x="2815825" y="13617700"/>
            <a:ext cx="5475150" cy="79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You can describe the topic of the section here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0F74A38-0325-549C-64A9-034DAF7FFEB7}"/>
              </a:ext>
            </a:extLst>
          </p:cNvPr>
          <p:cNvSpPr txBox="1"/>
          <p:nvPr/>
        </p:nvSpPr>
        <p:spPr>
          <a:xfrm>
            <a:off x="10406625" y="13617700"/>
            <a:ext cx="5475150" cy="79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You can describe the topic of the section here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84884A6-6176-192D-E9AC-7064AB63D85D}"/>
              </a:ext>
            </a:extLst>
          </p:cNvPr>
          <p:cNvSpPr txBox="1"/>
          <p:nvPr/>
        </p:nvSpPr>
        <p:spPr>
          <a:xfrm>
            <a:off x="1053938" y="2793863"/>
            <a:ext cx="9029700" cy="1314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7240" lvl="1" indent="-388620" algn="l">
              <a:lnSpc>
                <a:spcPts val="5400"/>
              </a:lnSpc>
              <a:buFont typeface="Arial"/>
              <a:buChar char="•"/>
            </a:pP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Construir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una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pirámide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texturas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partir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 la imagen individual.</a:t>
            </a:r>
          </a:p>
        </p:txBody>
      </p:sp>
      <p:pic>
        <p:nvPicPr>
          <p:cNvPr id="1026" name="Picture 2" descr="Pyramid (image processing) - Wikipedia">
            <a:extLst>
              <a:ext uri="{FF2B5EF4-FFF2-40B4-BE49-F238E27FC236}">
                <a16:creationId xmlns:a16="http://schemas.microsoft.com/office/drawing/2014/main" id="{F4949EB9-EE1E-FD6D-6CED-6E95DD2EC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866900"/>
            <a:ext cx="7680875" cy="768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E222EF4A-A128-3754-2815-B14AE4CF20FB}"/>
              </a:ext>
            </a:extLst>
          </p:cNvPr>
          <p:cNvSpPr txBox="1"/>
          <p:nvPr/>
        </p:nvSpPr>
        <p:spPr>
          <a:xfrm>
            <a:off x="1031815" y="1820885"/>
            <a:ext cx="2844881" cy="621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 dirty="0">
                <a:solidFill>
                  <a:srgbClr val="EBEAF3"/>
                </a:solidFill>
                <a:latin typeface="Asap Bold"/>
                <a:ea typeface="Asap Bold"/>
                <a:cs typeface="Asap Bold"/>
                <a:sym typeface="Asap Bold"/>
              </a:rPr>
              <a:t>Mipmapping</a:t>
            </a:r>
            <a:endParaRPr lang="en-US" sz="3600" dirty="0">
              <a:solidFill>
                <a:srgbClr val="EBEAF3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254DE3C6-A6A3-F56B-EAEA-BEDA25AA2A1A}"/>
              </a:ext>
            </a:extLst>
          </p:cNvPr>
          <p:cNvSpPr txBox="1"/>
          <p:nvPr/>
        </p:nvSpPr>
        <p:spPr>
          <a:xfrm>
            <a:off x="957256" y="4207581"/>
            <a:ext cx="9029700" cy="1314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7240" lvl="1" indent="-388620" algn="l">
              <a:lnSpc>
                <a:spcPts val="5400"/>
              </a:lnSpc>
              <a:buFont typeface="Arial"/>
              <a:buChar char="•"/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Cada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nivel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es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una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version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nueva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y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más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suave del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nivel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anterior</a:t>
            </a:r>
          </a:p>
        </p:txBody>
      </p:sp>
    </p:spTree>
    <p:extLst>
      <p:ext uri="{BB962C8B-B14F-4D97-AF65-F5344CB8AC3E}">
        <p14:creationId xmlns:p14="http://schemas.microsoft.com/office/powerpoint/2010/main" val="3657313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2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F80EA4-85DC-3838-829B-5D34A4EA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477B7F8-B1A7-65D7-FC43-6B5A90D82EDB}"/>
              </a:ext>
            </a:extLst>
          </p:cNvPr>
          <p:cNvSpPr/>
          <p:nvPr/>
        </p:nvSpPr>
        <p:spPr>
          <a:xfrm rot="-10800000">
            <a:off x="730950" y="-1755260"/>
            <a:ext cx="18287998" cy="4034418"/>
          </a:xfrm>
          <a:custGeom>
            <a:avLst/>
            <a:gdLst/>
            <a:ahLst/>
            <a:cxnLst/>
            <a:rect l="l" t="t" r="r" b="b"/>
            <a:pathLst>
              <a:path w="18287998" h="4034418">
                <a:moveTo>
                  <a:pt x="0" y="0"/>
                </a:moveTo>
                <a:lnTo>
                  <a:pt x="18287998" y="0"/>
                </a:lnTo>
                <a:lnTo>
                  <a:pt x="18287998" y="4034418"/>
                </a:lnTo>
                <a:lnTo>
                  <a:pt x="0" y="4034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0DF71DA-01F8-E9F9-66EA-D5E1AA92CDC4}"/>
              </a:ext>
            </a:extLst>
          </p:cNvPr>
          <p:cNvSpPr/>
          <p:nvPr/>
        </p:nvSpPr>
        <p:spPr>
          <a:xfrm>
            <a:off x="-852250" y="7926190"/>
            <a:ext cx="18287998" cy="4034418"/>
          </a:xfrm>
          <a:custGeom>
            <a:avLst/>
            <a:gdLst/>
            <a:ahLst/>
            <a:cxnLst/>
            <a:rect l="l" t="t" r="r" b="b"/>
            <a:pathLst>
              <a:path w="18287998" h="4034418">
                <a:moveTo>
                  <a:pt x="0" y="0"/>
                </a:moveTo>
                <a:lnTo>
                  <a:pt x="18287998" y="0"/>
                </a:lnTo>
                <a:lnTo>
                  <a:pt x="18287998" y="4034418"/>
                </a:lnTo>
                <a:lnTo>
                  <a:pt x="0" y="4034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FD0D699-EAC2-7F44-A519-4A5C5A7079A3}"/>
              </a:ext>
            </a:extLst>
          </p:cNvPr>
          <p:cNvSpPr txBox="1"/>
          <p:nvPr/>
        </p:nvSpPr>
        <p:spPr>
          <a:xfrm>
            <a:off x="1053938" y="952900"/>
            <a:ext cx="152442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47EBEB"/>
                </a:solidFill>
                <a:latin typeface="Arimo Bold"/>
                <a:ea typeface="Arimo Bold"/>
                <a:cs typeface="Arimo Bold"/>
                <a:sym typeface="Arimo Bold"/>
              </a:rPr>
              <a:t>MINIFICACIÓN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A6421FB-DE68-8E91-4968-B49FF40B2E0C}"/>
              </a:ext>
            </a:extLst>
          </p:cNvPr>
          <p:cNvSpPr txBox="1"/>
          <p:nvPr/>
        </p:nvSpPr>
        <p:spPr>
          <a:xfrm>
            <a:off x="2815825" y="13617700"/>
            <a:ext cx="5475150" cy="79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You can describe the topic of the section here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8E9DB88-E36A-B22D-C423-7B33310C6B9E}"/>
              </a:ext>
            </a:extLst>
          </p:cNvPr>
          <p:cNvSpPr txBox="1"/>
          <p:nvPr/>
        </p:nvSpPr>
        <p:spPr>
          <a:xfrm>
            <a:off x="10406625" y="13617700"/>
            <a:ext cx="5475150" cy="79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You can describe the topic of the section here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E9D115-BFE3-6E5C-2FAB-058C5F05E19C}"/>
              </a:ext>
            </a:extLst>
          </p:cNvPr>
          <p:cNvSpPr txBox="1"/>
          <p:nvPr/>
        </p:nvSpPr>
        <p:spPr>
          <a:xfrm>
            <a:off x="1053938" y="2799865"/>
            <a:ext cx="15747862" cy="1314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Al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momento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del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renderizado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, se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busca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el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b="1" dirty="0" err="1">
                <a:solidFill>
                  <a:srgbClr val="EBEAF3"/>
                </a:solidFill>
                <a:latin typeface="Asap Bold"/>
                <a:ea typeface="Asap Bold"/>
                <a:cs typeface="Asap Bold"/>
                <a:sym typeface="Asap Bold"/>
              </a:rPr>
              <a:t>nivel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 la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pirámide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cuya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cantidad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 texels se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aproxime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mejor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a la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cantidad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de </a:t>
            </a:r>
            <a:r>
              <a:rPr lang="en-US" sz="3600" b="1" dirty="0" err="1">
                <a:solidFill>
                  <a:srgbClr val="EBEAF3"/>
                </a:solidFill>
                <a:latin typeface="Asap Bold"/>
                <a:ea typeface="Asap Bold"/>
                <a:cs typeface="Asap Bold"/>
                <a:sym typeface="Asap Bold"/>
              </a:rPr>
              <a:t>píxeles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235ED3A7-46EE-4F5A-E019-F5713FA82472}"/>
              </a:ext>
            </a:extLst>
          </p:cNvPr>
          <p:cNvSpPr txBox="1"/>
          <p:nvPr/>
        </p:nvSpPr>
        <p:spPr>
          <a:xfrm>
            <a:off x="1031815" y="1820885"/>
            <a:ext cx="2844881" cy="621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b="1" dirty="0">
                <a:solidFill>
                  <a:srgbClr val="EBEAF3"/>
                </a:solidFill>
                <a:latin typeface="Asap Bold"/>
                <a:ea typeface="Asap Bold"/>
                <a:cs typeface="Asap Bold"/>
                <a:sym typeface="Asap Bold"/>
              </a:rPr>
              <a:t>Mipmapping</a:t>
            </a:r>
            <a:endParaRPr lang="en-US" sz="3600" dirty="0">
              <a:solidFill>
                <a:srgbClr val="EBEAF3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D82CE9B0-BF8B-B776-E9CB-049D0AD74251}"/>
              </a:ext>
            </a:extLst>
          </p:cNvPr>
          <p:cNvSpPr txBox="1"/>
          <p:nvPr/>
        </p:nvSpPr>
        <p:spPr>
          <a:xfrm>
            <a:off x="1053938" y="5469313"/>
            <a:ext cx="9029700" cy="621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Estándar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en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GPUs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modernas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9D2F44A-6147-2B51-898C-E77C3E978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7881" y="4261422"/>
            <a:ext cx="8351520" cy="5567680"/>
          </a:xfrm>
          <a:prstGeom prst="rect">
            <a:avLst/>
          </a:prstGeom>
        </p:spPr>
      </p:pic>
      <p:sp>
        <p:nvSpPr>
          <p:cNvPr id="13" name="TextBox 7">
            <a:extLst>
              <a:ext uri="{FF2B5EF4-FFF2-40B4-BE49-F238E27FC236}">
                <a16:creationId xmlns:a16="http://schemas.microsoft.com/office/drawing/2014/main" id="{8C4331CC-46F1-9A89-0CDF-508B195D3A2C}"/>
              </a:ext>
            </a:extLst>
          </p:cNvPr>
          <p:cNvSpPr txBox="1"/>
          <p:nvPr/>
        </p:nvSpPr>
        <p:spPr>
          <a:xfrm>
            <a:off x="1053938" y="4529283"/>
            <a:ext cx="8623462" cy="621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Buena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calidad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y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rendimiento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en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3600" b="1" dirty="0" err="1">
                <a:solidFill>
                  <a:srgbClr val="EBEAF3"/>
                </a:solidFill>
                <a:latin typeface="Asap Bold"/>
                <a:ea typeface="Asap Bold"/>
                <a:cs typeface="Asap Bold"/>
                <a:sym typeface="Asap Bold"/>
              </a:rPr>
              <a:t>ejecución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982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973603">
            <a:off x="-10893229" y="6753236"/>
            <a:ext cx="26422946" cy="5999350"/>
          </a:xfrm>
          <a:custGeom>
            <a:avLst/>
            <a:gdLst/>
            <a:ahLst/>
            <a:cxnLst/>
            <a:rect l="l" t="t" r="r" b="b"/>
            <a:pathLst>
              <a:path w="26422946" h="5999350">
                <a:moveTo>
                  <a:pt x="0" y="0"/>
                </a:moveTo>
                <a:lnTo>
                  <a:pt x="26422946" y="0"/>
                </a:lnTo>
                <a:lnTo>
                  <a:pt x="26422946" y="5999350"/>
                </a:lnTo>
                <a:lnTo>
                  <a:pt x="0" y="5999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 rot="1800000">
            <a:off x="-12245475" y="-1861322"/>
            <a:ext cx="18288008" cy="6741918"/>
          </a:xfrm>
          <a:custGeom>
            <a:avLst/>
            <a:gdLst/>
            <a:ahLst/>
            <a:cxnLst/>
            <a:rect l="l" t="t" r="r" b="b"/>
            <a:pathLst>
              <a:path w="18288008" h="6741918">
                <a:moveTo>
                  <a:pt x="0" y="0"/>
                </a:moveTo>
                <a:lnTo>
                  <a:pt x="18288008" y="0"/>
                </a:lnTo>
                <a:lnTo>
                  <a:pt x="18288008" y="6741918"/>
                </a:lnTo>
                <a:lnTo>
                  <a:pt x="0" y="6741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5" name="TextBox 5"/>
          <p:cNvSpPr txBox="1"/>
          <p:nvPr/>
        </p:nvSpPr>
        <p:spPr>
          <a:xfrm>
            <a:off x="1028700" y="952900"/>
            <a:ext cx="152442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 dirty="0">
                <a:solidFill>
                  <a:srgbClr val="47EBEB"/>
                </a:solidFill>
                <a:latin typeface="Arimo Bold"/>
                <a:ea typeface="Arimo Bold"/>
                <a:cs typeface="Arimo Bold"/>
                <a:sym typeface="Arimo Bold"/>
              </a:rPr>
              <a:t>BIBLIOGRAFÍA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8225" y="1997698"/>
            <a:ext cx="15571428" cy="3391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400"/>
              </a:lnSpc>
              <a:buFont typeface="Arial"/>
              <a:buChar char="•"/>
            </a:pP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Akenine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-Möller et al.., Real-time rendering, Taylor &amp; Francis, CRC Press, 4th Edition, 2018.</a:t>
            </a:r>
          </a:p>
          <a:p>
            <a:pPr marL="777240" lvl="1" indent="-388620" algn="l">
              <a:lnSpc>
                <a:spcPts val="5400"/>
              </a:lnSpc>
              <a:buFont typeface="Arial"/>
              <a:buChar char="•"/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Han, J. (2018). Introduction to computer graphics with OpenGL ES. CRC Press.</a:t>
            </a:r>
          </a:p>
          <a:p>
            <a:pPr marL="777240" lvl="1" indent="-388620" algn="l">
              <a:lnSpc>
                <a:spcPts val="5400"/>
              </a:lnSpc>
              <a:buFont typeface="Arial"/>
              <a:buChar char="•"/>
            </a:pP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Material de la </a:t>
            </a:r>
            <a:r>
              <a:rPr lang="en-US" sz="3600" dirty="0" err="1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cátedra</a:t>
            </a:r>
            <a:r>
              <a:rPr lang="en-US" sz="3600" dirty="0">
                <a:solidFill>
                  <a:srgbClr val="EBEAF3"/>
                </a:solidFill>
                <a:latin typeface="Asap"/>
                <a:ea typeface="Asap"/>
                <a:cs typeface="Asap"/>
                <a:sym typeface="Asap"/>
              </a:rPr>
              <a:t>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CDBA649-30F9-14E1-EC1A-18C7CD31B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09"/>
          <a:stretch>
            <a:fillRect/>
          </a:stretch>
        </p:blipFill>
        <p:spPr>
          <a:xfrm>
            <a:off x="6502949" y="7586444"/>
            <a:ext cx="5282101" cy="1649705"/>
          </a:xfrm>
          <a:prstGeom prst="rect">
            <a:avLst/>
          </a:prstGeom>
        </p:spPr>
      </p:pic>
      <p:sp>
        <p:nvSpPr>
          <p:cNvPr id="14" name="TextBox 5">
            <a:extLst>
              <a:ext uri="{FF2B5EF4-FFF2-40B4-BE49-F238E27FC236}">
                <a16:creationId xmlns:a16="http://schemas.microsoft.com/office/drawing/2014/main" id="{D25F654B-BF5D-B51E-8844-AE6D884108CA}"/>
              </a:ext>
            </a:extLst>
          </p:cNvPr>
          <p:cNvSpPr txBox="1"/>
          <p:nvPr/>
        </p:nvSpPr>
        <p:spPr>
          <a:xfrm>
            <a:off x="1365453" y="6186880"/>
            <a:ext cx="15244200" cy="723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 dirty="0">
                <a:solidFill>
                  <a:srgbClr val="47EBEB"/>
                </a:solidFill>
                <a:latin typeface="Arimo Bold"/>
                <a:ea typeface="Arimo Bold"/>
                <a:cs typeface="Arimo Bold"/>
                <a:sym typeface="Arimo Bold"/>
              </a:rPr>
              <a:t>HERRAMIENTAS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2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4636F-FEA1-3B99-342F-02192EFDC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8DC42A2-0BF0-BB5D-382F-1B1FA5ADA770}"/>
              </a:ext>
            </a:extLst>
          </p:cNvPr>
          <p:cNvSpPr/>
          <p:nvPr/>
        </p:nvSpPr>
        <p:spPr>
          <a:xfrm>
            <a:off x="9649400" y="-4032008"/>
            <a:ext cx="18288006" cy="6741916"/>
          </a:xfrm>
          <a:custGeom>
            <a:avLst/>
            <a:gdLst/>
            <a:ahLst/>
            <a:cxnLst/>
            <a:rect l="l" t="t" r="r" b="b"/>
            <a:pathLst>
              <a:path w="18288006" h="6741916">
                <a:moveTo>
                  <a:pt x="0" y="0"/>
                </a:moveTo>
                <a:lnTo>
                  <a:pt x="18288006" y="0"/>
                </a:lnTo>
                <a:lnTo>
                  <a:pt x="18288006" y="6741916"/>
                </a:lnTo>
                <a:lnTo>
                  <a:pt x="0" y="6741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6364301-B40E-34F0-B5A7-42A0E2698AAD}"/>
              </a:ext>
            </a:extLst>
          </p:cNvPr>
          <p:cNvSpPr/>
          <p:nvPr/>
        </p:nvSpPr>
        <p:spPr>
          <a:xfrm>
            <a:off x="-2028398" y="-1616182"/>
            <a:ext cx="18288006" cy="6304362"/>
          </a:xfrm>
          <a:custGeom>
            <a:avLst/>
            <a:gdLst/>
            <a:ahLst/>
            <a:cxnLst/>
            <a:rect l="l" t="t" r="r" b="b"/>
            <a:pathLst>
              <a:path w="18288006" h="6304362">
                <a:moveTo>
                  <a:pt x="0" y="0"/>
                </a:moveTo>
                <a:lnTo>
                  <a:pt x="18288006" y="0"/>
                </a:lnTo>
                <a:lnTo>
                  <a:pt x="18288006" y="6304362"/>
                </a:lnTo>
                <a:lnTo>
                  <a:pt x="0" y="6304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B764C59-8C4E-5984-7F24-D3D874A07714}"/>
              </a:ext>
            </a:extLst>
          </p:cNvPr>
          <p:cNvSpPr/>
          <p:nvPr/>
        </p:nvSpPr>
        <p:spPr>
          <a:xfrm>
            <a:off x="10" y="7218104"/>
            <a:ext cx="20943994" cy="4755348"/>
          </a:xfrm>
          <a:custGeom>
            <a:avLst/>
            <a:gdLst/>
            <a:ahLst/>
            <a:cxnLst/>
            <a:rect l="l" t="t" r="r" b="b"/>
            <a:pathLst>
              <a:path w="20943994" h="4755348">
                <a:moveTo>
                  <a:pt x="0" y="0"/>
                </a:moveTo>
                <a:lnTo>
                  <a:pt x="20943994" y="0"/>
                </a:lnTo>
                <a:lnTo>
                  <a:pt x="20943994" y="4755348"/>
                </a:lnTo>
                <a:lnTo>
                  <a:pt x="0" y="47553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657AF18-1E41-00F0-0C22-76D4848C7647}"/>
              </a:ext>
            </a:extLst>
          </p:cNvPr>
          <p:cNvSpPr txBox="1"/>
          <p:nvPr/>
        </p:nvSpPr>
        <p:spPr>
          <a:xfrm>
            <a:off x="4087425" y="4420482"/>
            <a:ext cx="10113150" cy="1446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 b="1" dirty="0">
                <a:solidFill>
                  <a:srgbClr val="EBEAF3"/>
                </a:solidFill>
                <a:latin typeface="Arimo Bold"/>
                <a:ea typeface="Arimo Bold"/>
                <a:cs typeface="Arimo Bold"/>
                <a:sym typeface="Arimo Bold"/>
              </a:rPr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1593596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570</Words>
  <Application>Microsoft Office PowerPoint</Application>
  <PresentationFormat>Personalizado</PresentationFormat>
  <Paragraphs>115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Calibri</vt:lpstr>
      <vt:lpstr>Arimo Bold</vt:lpstr>
      <vt:lpstr>Asap Bold</vt:lpstr>
      <vt:lpstr>Asap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MINIFICACIÓN Y MAGNIFICACIÓN</dc:title>
  <cp:lastModifiedBy>Felipe Tourn</cp:lastModifiedBy>
  <cp:revision>2</cp:revision>
  <dcterms:created xsi:type="dcterms:W3CDTF">2006-08-16T00:00:00Z</dcterms:created>
  <dcterms:modified xsi:type="dcterms:W3CDTF">2026-06-10T15:22:50Z</dcterms:modified>
  <dc:identifier>DAHLuge326c</dc:identifier>
</cp:coreProperties>
</file>